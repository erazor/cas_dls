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71" r:id="rId11"/>
    <p:sldId id="272" r:id="rId12"/>
    <p:sldId id="267" r:id="rId13"/>
    <p:sldId id="282" r:id="rId14"/>
    <p:sldId id="275" r:id="rId15"/>
    <p:sldId id="274" r:id="rId16"/>
    <p:sldId id="277" r:id="rId17"/>
    <p:sldId id="276" r:id="rId18"/>
    <p:sldId id="279" r:id="rId19"/>
    <p:sldId id="281" r:id="rId20"/>
    <p:sldId id="273" r:id="rId2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77" d="100"/>
          <a:sy n="177" d="100"/>
        </p:scale>
        <p:origin x="456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7C1D64-BF4A-41EC-BC91-17A285F68B78}" type="doc">
      <dgm:prSet loTypeId="urn:microsoft.com/office/officeart/2005/8/layout/orgChart1" loCatId="hierarchy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ABAA142-4446-42A9-A0C9-44C06460ECEC}">
      <dgm:prSet phldrT="[Text]"/>
      <dgm:spPr/>
      <dgm:t>
        <a:bodyPr/>
        <a:lstStyle/>
        <a:p>
          <a:r>
            <a:rPr lang="en-US" dirty="0"/>
            <a:t>Train Test Split</a:t>
          </a:r>
        </a:p>
      </dgm:t>
    </dgm:pt>
    <dgm:pt modelId="{4EBFC004-3507-4F40-8019-DE3CDCF34B80}" type="parTrans" cxnId="{F128EF45-EAA7-49BA-843C-4E580BDCB2B0}">
      <dgm:prSet/>
      <dgm:spPr/>
      <dgm:t>
        <a:bodyPr/>
        <a:lstStyle/>
        <a:p>
          <a:endParaRPr lang="en-US"/>
        </a:p>
      </dgm:t>
    </dgm:pt>
    <dgm:pt modelId="{8E6C7704-DDAB-4ED3-AA2A-8762F95DB6E7}" type="sibTrans" cxnId="{F128EF45-EAA7-49BA-843C-4E580BDCB2B0}">
      <dgm:prSet/>
      <dgm:spPr/>
      <dgm:t>
        <a:bodyPr/>
        <a:lstStyle/>
        <a:p>
          <a:endParaRPr lang="en-US"/>
        </a:p>
      </dgm:t>
    </dgm:pt>
    <dgm:pt modelId="{0C895C0D-389B-4FC6-B28D-85C74EF9940B}" type="asst">
      <dgm:prSet phldrT="[Text]"/>
      <dgm:spPr/>
      <dgm:t>
        <a:bodyPr/>
        <a:lstStyle/>
        <a:p>
          <a:r>
            <a:rPr lang="en-US" dirty="0"/>
            <a:t>Standardization Train data</a:t>
          </a:r>
        </a:p>
      </dgm:t>
    </dgm:pt>
    <dgm:pt modelId="{092A718E-EDFE-43EE-9746-805A9345F481}" type="parTrans" cxnId="{1E4F7282-9C50-4B31-B688-4B61D2E08F52}">
      <dgm:prSet/>
      <dgm:spPr/>
      <dgm:t>
        <a:bodyPr/>
        <a:lstStyle/>
        <a:p>
          <a:endParaRPr lang="en-US"/>
        </a:p>
      </dgm:t>
    </dgm:pt>
    <dgm:pt modelId="{7467F03D-1801-4E0F-BE43-8DA43B208EA4}" type="sibTrans" cxnId="{1E4F7282-9C50-4B31-B688-4B61D2E08F52}">
      <dgm:prSet/>
      <dgm:spPr/>
      <dgm:t>
        <a:bodyPr/>
        <a:lstStyle/>
        <a:p>
          <a:endParaRPr lang="en-US"/>
        </a:p>
      </dgm:t>
    </dgm:pt>
    <dgm:pt modelId="{424A193E-8377-4BA7-A5EB-2C53239B4797}">
      <dgm:prSet phldrT="[Text]"/>
      <dgm:spPr/>
      <dgm:t>
        <a:bodyPr/>
        <a:lstStyle/>
        <a:p>
          <a:r>
            <a:rPr lang="en-US" dirty="0"/>
            <a:t>SVC</a:t>
          </a:r>
        </a:p>
      </dgm:t>
    </dgm:pt>
    <dgm:pt modelId="{12734F44-1488-4A3D-9962-794F2B8360A5}" type="parTrans" cxnId="{A79854C7-711E-467C-BE14-88E73F6FFB04}">
      <dgm:prSet/>
      <dgm:spPr/>
      <dgm:t>
        <a:bodyPr/>
        <a:lstStyle/>
        <a:p>
          <a:endParaRPr lang="en-US"/>
        </a:p>
      </dgm:t>
    </dgm:pt>
    <dgm:pt modelId="{6218D528-F79F-4E3E-B597-A310B9F83E87}" type="sibTrans" cxnId="{A79854C7-711E-467C-BE14-88E73F6FFB04}">
      <dgm:prSet/>
      <dgm:spPr/>
      <dgm:t>
        <a:bodyPr/>
        <a:lstStyle/>
        <a:p>
          <a:endParaRPr lang="en-US"/>
        </a:p>
      </dgm:t>
    </dgm:pt>
    <dgm:pt modelId="{E5426621-D64A-4259-8430-864FDB40CB25}">
      <dgm:prSet phldrT="[Text]"/>
      <dgm:spPr/>
      <dgm:t>
        <a:bodyPr/>
        <a:lstStyle/>
        <a:p>
          <a:r>
            <a:rPr lang="en-US" dirty="0"/>
            <a:t>Decision Tree</a:t>
          </a:r>
        </a:p>
      </dgm:t>
    </dgm:pt>
    <dgm:pt modelId="{8EF9E831-1C61-41F4-AA7E-D347E1B06F4D}" type="parTrans" cxnId="{1E1B9E11-CDCB-4597-9798-0D29E3B4AAED}">
      <dgm:prSet/>
      <dgm:spPr/>
      <dgm:t>
        <a:bodyPr/>
        <a:lstStyle/>
        <a:p>
          <a:endParaRPr lang="en-US"/>
        </a:p>
      </dgm:t>
    </dgm:pt>
    <dgm:pt modelId="{BE4CE118-7B11-471B-AE31-FA666C328FE7}" type="sibTrans" cxnId="{1E1B9E11-CDCB-4597-9798-0D29E3B4AAED}">
      <dgm:prSet/>
      <dgm:spPr/>
      <dgm:t>
        <a:bodyPr/>
        <a:lstStyle/>
        <a:p>
          <a:endParaRPr lang="en-US"/>
        </a:p>
      </dgm:t>
    </dgm:pt>
    <dgm:pt modelId="{26D28E75-B3A0-4D64-AE78-7C85F655F746}">
      <dgm:prSet phldrT="[Text]"/>
      <dgm:spPr/>
      <dgm:t>
        <a:bodyPr/>
        <a:lstStyle/>
        <a:p>
          <a:r>
            <a:rPr lang="en-US" dirty="0"/>
            <a:t>Random Forest</a:t>
          </a:r>
        </a:p>
      </dgm:t>
    </dgm:pt>
    <dgm:pt modelId="{E5F802DB-25C5-44BF-B2BA-39E648F619D8}" type="parTrans" cxnId="{A5F4413E-3725-439E-B024-C370E2657EA1}">
      <dgm:prSet/>
      <dgm:spPr/>
      <dgm:t>
        <a:bodyPr/>
        <a:lstStyle/>
        <a:p>
          <a:endParaRPr lang="en-US"/>
        </a:p>
      </dgm:t>
    </dgm:pt>
    <dgm:pt modelId="{0A05B2D8-320F-4A07-804D-DB51F8D86F13}" type="sibTrans" cxnId="{A5F4413E-3725-439E-B024-C370E2657EA1}">
      <dgm:prSet/>
      <dgm:spPr/>
      <dgm:t>
        <a:bodyPr/>
        <a:lstStyle/>
        <a:p>
          <a:endParaRPr lang="en-US"/>
        </a:p>
      </dgm:t>
    </dgm:pt>
    <dgm:pt modelId="{9C8ACA2F-EACA-4E45-B609-59AA60A609E2}">
      <dgm:prSet phldrT="[Text]"/>
      <dgm:spPr/>
      <dgm:t>
        <a:bodyPr/>
        <a:lstStyle/>
        <a:p>
          <a:r>
            <a:rPr lang="en-US" dirty="0"/>
            <a:t>Estimator 1…n</a:t>
          </a:r>
        </a:p>
        <a:p>
          <a:r>
            <a:rPr lang="en-US" dirty="0"/>
            <a:t>Train with Bag (Bootstrapped Train Data) 1…n </a:t>
          </a:r>
        </a:p>
      </dgm:t>
    </dgm:pt>
    <dgm:pt modelId="{DB0CDF6F-070C-4264-9D9D-5AEA782D95D5}" type="parTrans" cxnId="{C350DBD6-8A71-4ED7-A232-81A5A0A7D35C}">
      <dgm:prSet/>
      <dgm:spPr/>
      <dgm:t>
        <a:bodyPr/>
        <a:lstStyle/>
        <a:p>
          <a:endParaRPr lang="en-US"/>
        </a:p>
      </dgm:t>
    </dgm:pt>
    <dgm:pt modelId="{9B0922A9-5B60-47BF-9AE2-FC76596E8C7F}" type="sibTrans" cxnId="{C350DBD6-8A71-4ED7-A232-81A5A0A7D35C}">
      <dgm:prSet/>
      <dgm:spPr/>
      <dgm:t>
        <a:bodyPr/>
        <a:lstStyle/>
        <a:p>
          <a:endParaRPr lang="en-US"/>
        </a:p>
      </dgm:t>
    </dgm:pt>
    <dgm:pt modelId="{A437384C-2679-4D66-AB3D-96E18E46D76D}">
      <dgm:prSet phldrT="[Text]"/>
      <dgm:spPr/>
      <dgm:t>
        <a:bodyPr/>
        <a:lstStyle/>
        <a:p>
          <a:r>
            <a:rPr lang="en-US" dirty="0"/>
            <a:t>Majority Voting</a:t>
          </a:r>
        </a:p>
      </dgm:t>
    </dgm:pt>
    <dgm:pt modelId="{A31850C4-409D-49F4-8921-207757FDA33C}" type="parTrans" cxnId="{4D9B3C25-0B29-4AA6-9868-8FC798CD2A31}">
      <dgm:prSet/>
      <dgm:spPr/>
      <dgm:t>
        <a:bodyPr/>
        <a:lstStyle/>
        <a:p>
          <a:endParaRPr lang="en-US"/>
        </a:p>
      </dgm:t>
    </dgm:pt>
    <dgm:pt modelId="{0C4C5636-EC4D-4198-A668-F2CC734DD819}" type="sibTrans" cxnId="{4D9B3C25-0B29-4AA6-9868-8FC798CD2A31}">
      <dgm:prSet/>
      <dgm:spPr/>
      <dgm:t>
        <a:bodyPr/>
        <a:lstStyle/>
        <a:p>
          <a:endParaRPr lang="en-US"/>
        </a:p>
      </dgm:t>
    </dgm:pt>
    <dgm:pt modelId="{8A3AA93E-7401-4F68-8CF4-1B821474EFBE}">
      <dgm:prSet phldrT="[Text]"/>
      <dgm:spPr/>
      <dgm:t>
        <a:bodyPr/>
        <a:lstStyle/>
        <a:p>
          <a:r>
            <a:rPr lang="en-US" dirty="0"/>
            <a:t>Estimator 1…n</a:t>
          </a:r>
        </a:p>
        <a:p>
          <a:r>
            <a:rPr lang="en-US" dirty="0"/>
            <a:t>Train with Bag (Bootstrapped Train Data) 1…n </a:t>
          </a:r>
        </a:p>
      </dgm:t>
    </dgm:pt>
    <dgm:pt modelId="{741B8363-6907-4E70-B794-CE2C496EB3CC}" type="parTrans" cxnId="{0DEAA660-16B9-42E7-A0C5-15DCF68038A2}">
      <dgm:prSet/>
      <dgm:spPr/>
      <dgm:t>
        <a:bodyPr/>
        <a:lstStyle/>
        <a:p>
          <a:endParaRPr lang="en-US"/>
        </a:p>
      </dgm:t>
    </dgm:pt>
    <dgm:pt modelId="{56B0617A-5614-40B0-9292-A526DB429BD8}" type="sibTrans" cxnId="{0DEAA660-16B9-42E7-A0C5-15DCF68038A2}">
      <dgm:prSet/>
      <dgm:spPr/>
      <dgm:t>
        <a:bodyPr/>
        <a:lstStyle/>
        <a:p>
          <a:endParaRPr lang="en-US"/>
        </a:p>
      </dgm:t>
    </dgm:pt>
    <dgm:pt modelId="{936BD4A3-F3FF-4318-AA9E-C58A1F42573D}">
      <dgm:prSet phldrT="[Text]"/>
      <dgm:spPr/>
      <dgm:t>
        <a:bodyPr/>
        <a:lstStyle/>
        <a:p>
          <a:r>
            <a:rPr lang="en-US" dirty="0"/>
            <a:t>Predict same Test Data with all 1-n Estimators</a:t>
          </a:r>
        </a:p>
      </dgm:t>
    </dgm:pt>
    <dgm:pt modelId="{03A42FC8-3DAE-4A5D-9959-11A1683A451C}" type="parTrans" cxnId="{59F5445A-BF35-4696-8B77-89F6C8F44E2F}">
      <dgm:prSet/>
      <dgm:spPr/>
      <dgm:t>
        <a:bodyPr/>
        <a:lstStyle/>
        <a:p>
          <a:endParaRPr lang="en-US"/>
        </a:p>
      </dgm:t>
    </dgm:pt>
    <dgm:pt modelId="{1ED57989-6963-46A2-9666-695CCFF3DA0B}" type="sibTrans" cxnId="{59F5445A-BF35-4696-8B77-89F6C8F44E2F}">
      <dgm:prSet/>
      <dgm:spPr/>
      <dgm:t>
        <a:bodyPr/>
        <a:lstStyle/>
        <a:p>
          <a:endParaRPr lang="en-US"/>
        </a:p>
      </dgm:t>
    </dgm:pt>
    <dgm:pt modelId="{CCA8DE65-57A3-44D6-AAC0-D4CD8C95F6DD}">
      <dgm:prSet phldrT="[Text]"/>
      <dgm:spPr/>
      <dgm:t>
        <a:bodyPr/>
        <a:lstStyle/>
        <a:p>
          <a:r>
            <a:rPr lang="en-US" dirty="0"/>
            <a:t>Estimator 1…n</a:t>
          </a:r>
        </a:p>
        <a:p>
          <a:r>
            <a:rPr lang="en-US" dirty="0"/>
            <a:t>Train with Bag (Bootstrapped Train Data) 1…n </a:t>
          </a:r>
        </a:p>
      </dgm:t>
    </dgm:pt>
    <dgm:pt modelId="{D05C5C19-1C0A-4318-BBFB-C49E107AFADA}" type="parTrans" cxnId="{7904DD0F-6AF6-4151-B7DC-BDE95D54B09E}">
      <dgm:prSet/>
      <dgm:spPr/>
      <dgm:t>
        <a:bodyPr/>
        <a:lstStyle/>
        <a:p>
          <a:endParaRPr lang="en-US"/>
        </a:p>
      </dgm:t>
    </dgm:pt>
    <dgm:pt modelId="{BECE4903-D528-4156-8524-DCC30CC99E4E}" type="sibTrans" cxnId="{7904DD0F-6AF6-4151-B7DC-BDE95D54B09E}">
      <dgm:prSet/>
      <dgm:spPr/>
      <dgm:t>
        <a:bodyPr/>
        <a:lstStyle/>
        <a:p>
          <a:endParaRPr lang="en-US"/>
        </a:p>
      </dgm:t>
    </dgm:pt>
    <dgm:pt modelId="{2ADE055C-E9D3-4B70-931D-4A87B5AD3004}">
      <dgm:prSet phldrT="[Text]"/>
      <dgm:spPr/>
      <dgm:t>
        <a:bodyPr/>
        <a:lstStyle/>
        <a:p>
          <a:r>
            <a:rPr lang="en-US" dirty="0"/>
            <a:t>Predict same Test Data with </a:t>
          </a:r>
        </a:p>
        <a:p>
          <a:r>
            <a:rPr lang="en-US" dirty="0"/>
            <a:t>all 1-n Estimators</a:t>
          </a:r>
        </a:p>
      </dgm:t>
    </dgm:pt>
    <dgm:pt modelId="{5B628C4E-7788-4C0A-A0C4-E60518451BFC}" type="parTrans" cxnId="{E4385908-8741-4167-A6A9-BCAE16B257CA}">
      <dgm:prSet/>
      <dgm:spPr/>
      <dgm:t>
        <a:bodyPr/>
        <a:lstStyle/>
        <a:p>
          <a:endParaRPr lang="en-US"/>
        </a:p>
      </dgm:t>
    </dgm:pt>
    <dgm:pt modelId="{58BDBB7A-07F0-4BEB-A395-B48AC306108A}" type="sibTrans" cxnId="{E4385908-8741-4167-A6A9-BCAE16B257CA}">
      <dgm:prSet/>
      <dgm:spPr/>
      <dgm:t>
        <a:bodyPr/>
        <a:lstStyle/>
        <a:p>
          <a:endParaRPr lang="en-US"/>
        </a:p>
      </dgm:t>
    </dgm:pt>
    <dgm:pt modelId="{9E815912-F88B-4FA0-A84F-22148E2ACCD1}">
      <dgm:prSet phldrT="[Text]"/>
      <dgm:spPr/>
      <dgm:t>
        <a:bodyPr/>
        <a:lstStyle/>
        <a:p>
          <a:r>
            <a:rPr lang="en-US" dirty="0"/>
            <a:t>Predict same Test Data with</a:t>
          </a:r>
        </a:p>
        <a:p>
          <a:r>
            <a:rPr lang="en-US" dirty="0"/>
            <a:t>all 1-n Estimators</a:t>
          </a:r>
        </a:p>
      </dgm:t>
    </dgm:pt>
    <dgm:pt modelId="{AB50EE10-3134-4DBE-A52A-CB4A503081D6}" type="parTrans" cxnId="{295A230F-69D3-4929-8246-5E292FD37A21}">
      <dgm:prSet/>
      <dgm:spPr/>
      <dgm:t>
        <a:bodyPr/>
        <a:lstStyle/>
        <a:p>
          <a:endParaRPr lang="en-US"/>
        </a:p>
      </dgm:t>
    </dgm:pt>
    <dgm:pt modelId="{98D2887D-1455-41E3-B328-6E7FA51D2983}" type="sibTrans" cxnId="{295A230F-69D3-4929-8246-5E292FD37A21}">
      <dgm:prSet/>
      <dgm:spPr/>
      <dgm:t>
        <a:bodyPr/>
        <a:lstStyle/>
        <a:p>
          <a:endParaRPr lang="en-US"/>
        </a:p>
      </dgm:t>
    </dgm:pt>
    <dgm:pt modelId="{1B86AFEF-D695-4FF1-B5B3-300A30054FC1}">
      <dgm:prSet phldrT="[Text]"/>
      <dgm:spPr/>
      <dgm:t>
        <a:bodyPr/>
        <a:lstStyle/>
        <a:p>
          <a:r>
            <a:rPr lang="en-US" dirty="0"/>
            <a:t>Majority Voting</a:t>
          </a:r>
        </a:p>
      </dgm:t>
    </dgm:pt>
    <dgm:pt modelId="{EDB085A6-AEBB-4134-9313-E782A5E8FA74}" type="parTrans" cxnId="{9275D708-2203-46C0-89EE-7051B84C4DE8}">
      <dgm:prSet/>
      <dgm:spPr/>
      <dgm:t>
        <a:bodyPr/>
        <a:lstStyle/>
        <a:p>
          <a:endParaRPr lang="en-US"/>
        </a:p>
      </dgm:t>
    </dgm:pt>
    <dgm:pt modelId="{A7409636-C058-4607-B5E0-675F00C248C5}" type="sibTrans" cxnId="{9275D708-2203-46C0-89EE-7051B84C4DE8}">
      <dgm:prSet/>
      <dgm:spPr/>
      <dgm:t>
        <a:bodyPr/>
        <a:lstStyle/>
        <a:p>
          <a:endParaRPr lang="en-US"/>
        </a:p>
      </dgm:t>
    </dgm:pt>
    <dgm:pt modelId="{42E3DEF3-0AFE-4330-92C9-AC04592D5FBA}">
      <dgm:prSet phldrT="[Text]"/>
      <dgm:spPr/>
      <dgm:t>
        <a:bodyPr/>
        <a:lstStyle/>
        <a:p>
          <a:r>
            <a:rPr lang="en-US" dirty="0"/>
            <a:t>Majority Voting</a:t>
          </a:r>
        </a:p>
      </dgm:t>
    </dgm:pt>
    <dgm:pt modelId="{94898D5E-2F6C-4A50-B8AB-D418D46AF112}" type="parTrans" cxnId="{0FCFF45F-CBC9-405C-832C-73009BAEECE3}">
      <dgm:prSet/>
      <dgm:spPr/>
      <dgm:t>
        <a:bodyPr/>
        <a:lstStyle/>
        <a:p>
          <a:endParaRPr lang="en-US"/>
        </a:p>
      </dgm:t>
    </dgm:pt>
    <dgm:pt modelId="{4DEB0A25-A620-465E-AD6B-0769566C2712}" type="sibTrans" cxnId="{0FCFF45F-CBC9-405C-832C-73009BAEECE3}">
      <dgm:prSet/>
      <dgm:spPr/>
      <dgm:t>
        <a:bodyPr/>
        <a:lstStyle/>
        <a:p>
          <a:endParaRPr lang="en-US"/>
        </a:p>
      </dgm:t>
    </dgm:pt>
    <dgm:pt modelId="{ED9DF7C4-392F-497B-9A58-E3A6BCA6618F}" type="pres">
      <dgm:prSet presAssocID="{647C1D64-BF4A-41EC-BC91-17A285F68B7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5356418-C935-43FE-8F0D-2834B21A7814}" type="pres">
      <dgm:prSet presAssocID="{6ABAA142-4446-42A9-A0C9-44C06460ECEC}" presName="hierRoot1" presStyleCnt="0">
        <dgm:presLayoutVars>
          <dgm:hierBranch val="init"/>
        </dgm:presLayoutVars>
      </dgm:prSet>
      <dgm:spPr/>
    </dgm:pt>
    <dgm:pt modelId="{66298CEA-DA08-4504-9754-7136F43AF2E7}" type="pres">
      <dgm:prSet presAssocID="{6ABAA142-4446-42A9-A0C9-44C06460ECEC}" presName="rootComposite1" presStyleCnt="0"/>
      <dgm:spPr/>
    </dgm:pt>
    <dgm:pt modelId="{93737C95-A1FE-4626-9C0F-BE6B1A090EF7}" type="pres">
      <dgm:prSet presAssocID="{6ABAA142-4446-42A9-A0C9-44C06460ECEC}" presName="rootText1" presStyleLbl="node0" presStyleIdx="0" presStyleCnt="1" custScaleX="217047" custLinFactNeighborX="2004" custLinFactNeighborY="-1197">
        <dgm:presLayoutVars>
          <dgm:chPref val="3"/>
        </dgm:presLayoutVars>
      </dgm:prSet>
      <dgm:spPr/>
    </dgm:pt>
    <dgm:pt modelId="{49B62D80-14D7-4C74-8993-26A3FCD29C52}" type="pres">
      <dgm:prSet presAssocID="{6ABAA142-4446-42A9-A0C9-44C06460ECEC}" presName="rootConnector1" presStyleLbl="node1" presStyleIdx="0" presStyleCnt="0"/>
      <dgm:spPr/>
    </dgm:pt>
    <dgm:pt modelId="{D2D81E2F-E17A-4AFF-A386-F533EB0D838E}" type="pres">
      <dgm:prSet presAssocID="{6ABAA142-4446-42A9-A0C9-44C06460ECEC}" presName="hierChild2" presStyleCnt="0"/>
      <dgm:spPr/>
    </dgm:pt>
    <dgm:pt modelId="{21EBB6A0-70C2-42D2-A35E-CEE3DE8F6C60}" type="pres">
      <dgm:prSet presAssocID="{12734F44-1488-4A3D-9962-794F2B8360A5}" presName="Name37" presStyleLbl="parChTrans1D2" presStyleIdx="0" presStyleCnt="4"/>
      <dgm:spPr/>
    </dgm:pt>
    <dgm:pt modelId="{E5C3473C-3915-4C61-9F75-BF3F49CC9782}" type="pres">
      <dgm:prSet presAssocID="{424A193E-8377-4BA7-A5EB-2C53239B4797}" presName="hierRoot2" presStyleCnt="0">
        <dgm:presLayoutVars>
          <dgm:hierBranch val="init"/>
        </dgm:presLayoutVars>
      </dgm:prSet>
      <dgm:spPr/>
    </dgm:pt>
    <dgm:pt modelId="{5901890F-4197-4A88-8037-052C454B30C5}" type="pres">
      <dgm:prSet presAssocID="{424A193E-8377-4BA7-A5EB-2C53239B4797}" presName="rootComposite" presStyleCnt="0"/>
      <dgm:spPr/>
    </dgm:pt>
    <dgm:pt modelId="{92BA87F3-5C8D-4CC3-993A-C6F6DDA4C886}" type="pres">
      <dgm:prSet presAssocID="{424A193E-8377-4BA7-A5EB-2C53239B4797}" presName="rootText" presStyleLbl="node2" presStyleIdx="0" presStyleCnt="3" custScaleX="172750" custLinFactNeighborX="3117" custLinFactNeighborY="-68708">
        <dgm:presLayoutVars>
          <dgm:chPref val="3"/>
        </dgm:presLayoutVars>
      </dgm:prSet>
      <dgm:spPr/>
    </dgm:pt>
    <dgm:pt modelId="{91886720-C09D-4DB7-8EDC-2D8F8B125318}" type="pres">
      <dgm:prSet presAssocID="{424A193E-8377-4BA7-A5EB-2C53239B4797}" presName="rootConnector" presStyleLbl="node2" presStyleIdx="0" presStyleCnt="3"/>
      <dgm:spPr/>
    </dgm:pt>
    <dgm:pt modelId="{E0185D59-51F2-434F-B637-0DC36304F590}" type="pres">
      <dgm:prSet presAssocID="{424A193E-8377-4BA7-A5EB-2C53239B4797}" presName="hierChild4" presStyleCnt="0"/>
      <dgm:spPr/>
    </dgm:pt>
    <dgm:pt modelId="{455918C4-DCE7-47FF-A7D2-02B6F52FED45}" type="pres">
      <dgm:prSet presAssocID="{DB0CDF6F-070C-4264-9D9D-5AEA782D95D5}" presName="Name37" presStyleLbl="parChTrans1D3" presStyleIdx="0" presStyleCnt="3"/>
      <dgm:spPr/>
    </dgm:pt>
    <dgm:pt modelId="{C173CF66-5519-43A4-B692-D1A51D8E71E4}" type="pres">
      <dgm:prSet presAssocID="{9C8ACA2F-EACA-4E45-B609-59AA60A609E2}" presName="hierRoot2" presStyleCnt="0">
        <dgm:presLayoutVars>
          <dgm:hierBranch val="init"/>
        </dgm:presLayoutVars>
      </dgm:prSet>
      <dgm:spPr/>
    </dgm:pt>
    <dgm:pt modelId="{9C022D07-7658-4D18-83F2-E511B12658A0}" type="pres">
      <dgm:prSet presAssocID="{9C8ACA2F-EACA-4E45-B609-59AA60A609E2}" presName="rootComposite" presStyleCnt="0"/>
      <dgm:spPr/>
    </dgm:pt>
    <dgm:pt modelId="{6A292F4C-43BF-44EC-BEB8-7178C004CB26}" type="pres">
      <dgm:prSet presAssocID="{9C8ACA2F-EACA-4E45-B609-59AA60A609E2}" presName="rootText" presStyleLbl="node3" presStyleIdx="0" presStyleCnt="3" custScaleX="228883" custLinFactNeighborX="4049" custLinFactNeighborY="-77030">
        <dgm:presLayoutVars>
          <dgm:chPref val="3"/>
        </dgm:presLayoutVars>
      </dgm:prSet>
      <dgm:spPr/>
    </dgm:pt>
    <dgm:pt modelId="{79C36E4A-46E1-4D32-994D-54A287D0B6B7}" type="pres">
      <dgm:prSet presAssocID="{9C8ACA2F-EACA-4E45-B609-59AA60A609E2}" presName="rootConnector" presStyleLbl="node3" presStyleIdx="0" presStyleCnt="3"/>
      <dgm:spPr/>
    </dgm:pt>
    <dgm:pt modelId="{0E260F21-BD09-4BFE-B3E1-61C720D635C8}" type="pres">
      <dgm:prSet presAssocID="{9C8ACA2F-EACA-4E45-B609-59AA60A609E2}" presName="hierChild4" presStyleCnt="0"/>
      <dgm:spPr/>
    </dgm:pt>
    <dgm:pt modelId="{9039BC16-65AD-4C8D-B974-A8E89398146A}" type="pres">
      <dgm:prSet presAssocID="{AB50EE10-3134-4DBE-A52A-CB4A503081D6}" presName="Name37" presStyleLbl="parChTrans1D4" presStyleIdx="0" presStyleCnt="6"/>
      <dgm:spPr/>
    </dgm:pt>
    <dgm:pt modelId="{A77B2862-996A-46C0-9E0E-E3A2DF1A5AD5}" type="pres">
      <dgm:prSet presAssocID="{9E815912-F88B-4FA0-A84F-22148E2ACCD1}" presName="hierRoot2" presStyleCnt="0">
        <dgm:presLayoutVars>
          <dgm:hierBranch val="init"/>
        </dgm:presLayoutVars>
      </dgm:prSet>
      <dgm:spPr/>
    </dgm:pt>
    <dgm:pt modelId="{60339361-CD66-461A-BDE8-1A2F3B915607}" type="pres">
      <dgm:prSet presAssocID="{9E815912-F88B-4FA0-A84F-22148E2ACCD1}" presName="rootComposite" presStyleCnt="0"/>
      <dgm:spPr/>
    </dgm:pt>
    <dgm:pt modelId="{4D15E963-244F-47A1-B51D-325B2F2CC2EA}" type="pres">
      <dgm:prSet presAssocID="{9E815912-F88B-4FA0-A84F-22148E2ACCD1}" presName="rootText" presStyleLbl="node4" presStyleIdx="0" presStyleCnt="6" custScaleX="194401" custLinFactNeighborX="4233" custLinFactNeighborY="-44665">
        <dgm:presLayoutVars>
          <dgm:chPref val="3"/>
        </dgm:presLayoutVars>
      </dgm:prSet>
      <dgm:spPr/>
    </dgm:pt>
    <dgm:pt modelId="{790E2191-D1D2-474B-A1AE-2E5632CD711F}" type="pres">
      <dgm:prSet presAssocID="{9E815912-F88B-4FA0-A84F-22148E2ACCD1}" presName="rootConnector" presStyleLbl="node4" presStyleIdx="0" presStyleCnt="6"/>
      <dgm:spPr/>
    </dgm:pt>
    <dgm:pt modelId="{DB34ABD8-8F8C-4DF2-B0CD-166EC8B3238B}" type="pres">
      <dgm:prSet presAssocID="{9E815912-F88B-4FA0-A84F-22148E2ACCD1}" presName="hierChild4" presStyleCnt="0"/>
      <dgm:spPr/>
    </dgm:pt>
    <dgm:pt modelId="{15E6E6C3-1D27-4721-8FDA-8031157B4F0B}" type="pres">
      <dgm:prSet presAssocID="{A31850C4-409D-49F4-8921-207757FDA33C}" presName="Name37" presStyleLbl="parChTrans1D4" presStyleIdx="1" presStyleCnt="6"/>
      <dgm:spPr/>
    </dgm:pt>
    <dgm:pt modelId="{3D945E0F-38DD-47EA-A9CD-686A6F959BAA}" type="pres">
      <dgm:prSet presAssocID="{A437384C-2679-4D66-AB3D-96E18E46D76D}" presName="hierRoot2" presStyleCnt="0">
        <dgm:presLayoutVars>
          <dgm:hierBranch val="init"/>
        </dgm:presLayoutVars>
      </dgm:prSet>
      <dgm:spPr/>
    </dgm:pt>
    <dgm:pt modelId="{8C34A2BE-ACC0-453A-97DA-FAAB95F3DEA8}" type="pres">
      <dgm:prSet presAssocID="{A437384C-2679-4D66-AB3D-96E18E46D76D}" presName="rootComposite" presStyleCnt="0"/>
      <dgm:spPr/>
    </dgm:pt>
    <dgm:pt modelId="{153D03C9-9DC1-4E6D-A6D8-80355E109F16}" type="pres">
      <dgm:prSet presAssocID="{A437384C-2679-4D66-AB3D-96E18E46D76D}" presName="rootText" presStyleLbl="node4" presStyleIdx="1" presStyleCnt="6" custLinFactNeighborX="5383" custLinFactNeighborY="-39020">
        <dgm:presLayoutVars>
          <dgm:chPref val="3"/>
        </dgm:presLayoutVars>
      </dgm:prSet>
      <dgm:spPr/>
    </dgm:pt>
    <dgm:pt modelId="{1CBA451F-13E0-4A93-82E3-91692D7B5D85}" type="pres">
      <dgm:prSet presAssocID="{A437384C-2679-4D66-AB3D-96E18E46D76D}" presName="rootConnector" presStyleLbl="node4" presStyleIdx="1" presStyleCnt="6"/>
      <dgm:spPr/>
    </dgm:pt>
    <dgm:pt modelId="{F3A8FD6E-DF98-4082-9814-77D8ADA58178}" type="pres">
      <dgm:prSet presAssocID="{A437384C-2679-4D66-AB3D-96E18E46D76D}" presName="hierChild4" presStyleCnt="0"/>
      <dgm:spPr/>
    </dgm:pt>
    <dgm:pt modelId="{26C46160-9165-45C1-BBF0-E454010E5A3E}" type="pres">
      <dgm:prSet presAssocID="{A437384C-2679-4D66-AB3D-96E18E46D76D}" presName="hierChild5" presStyleCnt="0"/>
      <dgm:spPr/>
    </dgm:pt>
    <dgm:pt modelId="{3BCCC394-3051-4279-818F-5927861ED680}" type="pres">
      <dgm:prSet presAssocID="{9E815912-F88B-4FA0-A84F-22148E2ACCD1}" presName="hierChild5" presStyleCnt="0"/>
      <dgm:spPr/>
    </dgm:pt>
    <dgm:pt modelId="{A7C6752F-D658-4466-9803-5F3EFB4130A5}" type="pres">
      <dgm:prSet presAssocID="{9C8ACA2F-EACA-4E45-B609-59AA60A609E2}" presName="hierChild5" presStyleCnt="0"/>
      <dgm:spPr/>
    </dgm:pt>
    <dgm:pt modelId="{7A722C11-AE2B-4A0E-8059-C722EDCC8F91}" type="pres">
      <dgm:prSet presAssocID="{424A193E-8377-4BA7-A5EB-2C53239B4797}" presName="hierChild5" presStyleCnt="0"/>
      <dgm:spPr/>
    </dgm:pt>
    <dgm:pt modelId="{E6610DE8-2E44-49BE-93D0-459CF0463478}" type="pres">
      <dgm:prSet presAssocID="{8EF9E831-1C61-41F4-AA7E-D347E1B06F4D}" presName="Name37" presStyleLbl="parChTrans1D2" presStyleIdx="1" presStyleCnt="4"/>
      <dgm:spPr/>
    </dgm:pt>
    <dgm:pt modelId="{F8435FB0-9A7C-4E1F-BE0A-AA09AE4F48C3}" type="pres">
      <dgm:prSet presAssocID="{E5426621-D64A-4259-8430-864FDB40CB25}" presName="hierRoot2" presStyleCnt="0">
        <dgm:presLayoutVars>
          <dgm:hierBranch val="init"/>
        </dgm:presLayoutVars>
      </dgm:prSet>
      <dgm:spPr/>
    </dgm:pt>
    <dgm:pt modelId="{CCF94918-A813-4246-9FA1-75276603D8A4}" type="pres">
      <dgm:prSet presAssocID="{E5426621-D64A-4259-8430-864FDB40CB25}" presName="rootComposite" presStyleCnt="0"/>
      <dgm:spPr/>
    </dgm:pt>
    <dgm:pt modelId="{EF85A869-1865-4C9F-BCA6-51D5F8A7DF97}" type="pres">
      <dgm:prSet presAssocID="{E5426621-D64A-4259-8430-864FDB40CB25}" presName="rootText" presStyleLbl="node2" presStyleIdx="1" presStyleCnt="3" custScaleX="202538" custLinFactNeighborX="13586" custLinFactNeighborY="-68366">
        <dgm:presLayoutVars>
          <dgm:chPref val="3"/>
        </dgm:presLayoutVars>
      </dgm:prSet>
      <dgm:spPr/>
    </dgm:pt>
    <dgm:pt modelId="{4C724B26-584B-4F60-9BB9-93E5C00CF708}" type="pres">
      <dgm:prSet presAssocID="{E5426621-D64A-4259-8430-864FDB40CB25}" presName="rootConnector" presStyleLbl="node2" presStyleIdx="1" presStyleCnt="3"/>
      <dgm:spPr/>
    </dgm:pt>
    <dgm:pt modelId="{BCDB8AF2-F1F7-4892-8CCD-43467BCABF53}" type="pres">
      <dgm:prSet presAssocID="{E5426621-D64A-4259-8430-864FDB40CB25}" presName="hierChild4" presStyleCnt="0"/>
      <dgm:spPr/>
    </dgm:pt>
    <dgm:pt modelId="{5B240494-54F1-4E59-BDB8-AFDDD097506E}" type="pres">
      <dgm:prSet presAssocID="{741B8363-6907-4E70-B794-CE2C496EB3CC}" presName="Name37" presStyleLbl="parChTrans1D3" presStyleIdx="1" presStyleCnt="3"/>
      <dgm:spPr/>
    </dgm:pt>
    <dgm:pt modelId="{6660C9A1-F66F-409E-BBD0-F657148E5024}" type="pres">
      <dgm:prSet presAssocID="{8A3AA93E-7401-4F68-8CF4-1B821474EFBE}" presName="hierRoot2" presStyleCnt="0">
        <dgm:presLayoutVars>
          <dgm:hierBranch val="init"/>
        </dgm:presLayoutVars>
      </dgm:prSet>
      <dgm:spPr/>
    </dgm:pt>
    <dgm:pt modelId="{6404169A-DA18-4F40-ACE2-08C7722EC595}" type="pres">
      <dgm:prSet presAssocID="{8A3AA93E-7401-4F68-8CF4-1B821474EFBE}" presName="rootComposite" presStyleCnt="0"/>
      <dgm:spPr/>
    </dgm:pt>
    <dgm:pt modelId="{D24690EA-0E84-4000-92C8-C9B4988E8E79}" type="pres">
      <dgm:prSet presAssocID="{8A3AA93E-7401-4F68-8CF4-1B821474EFBE}" presName="rootText" presStyleLbl="node3" presStyleIdx="1" presStyleCnt="3" custScaleX="234952" custLinFactNeighborX="13586" custLinFactNeighborY="-75639">
        <dgm:presLayoutVars>
          <dgm:chPref val="3"/>
        </dgm:presLayoutVars>
      </dgm:prSet>
      <dgm:spPr/>
    </dgm:pt>
    <dgm:pt modelId="{A3915211-5E04-4D39-AAD6-22DCFE1F8643}" type="pres">
      <dgm:prSet presAssocID="{8A3AA93E-7401-4F68-8CF4-1B821474EFBE}" presName="rootConnector" presStyleLbl="node3" presStyleIdx="1" presStyleCnt="3"/>
      <dgm:spPr/>
    </dgm:pt>
    <dgm:pt modelId="{4BB39BA3-F718-480D-9508-8B0F365D2762}" type="pres">
      <dgm:prSet presAssocID="{8A3AA93E-7401-4F68-8CF4-1B821474EFBE}" presName="hierChild4" presStyleCnt="0"/>
      <dgm:spPr/>
    </dgm:pt>
    <dgm:pt modelId="{9DAEEB07-33E8-4EFE-AD29-858126F9CFC9}" type="pres">
      <dgm:prSet presAssocID="{03A42FC8-3DAE-4A5D-9959-11A1683A451C}" presName="Name37" presStyleLbl="parChTrans1D4" presStyleIdx="2" presStyleCnt="6"/>
      <dgm:spPr/>
    </dgm:pt>
    <dgm:pt modelId="{B2D01860-A722-4CE0-90C8-3F32E25B6D54}" type="pres">
      <dgm:prSet presAssocID="{936BD4A3-F3FF-4318-AA9E-C58A1F42573D}" presName="hierRoot2" presStyleCnt="0">
        <dgm:presLayoutVars>
          <dgm:hierBranch val="init"/>
        </dgm:presLayoutVars>
      </dgm:prSet>
      <dgm:spPr/>
    </dgm:pt>
    <dgm:pt modelId="{47BD111C-3965-4C98-8808-3AD460B7A9E1}" type="pres">
      <dgm:prSet presAssocID="{936BD4A3-F3FF-4318-AA9E-C58A1F42573D}" presName="rootComposite" presStyleCnt="0"/>
      <dgm:spPr/>
    </dgm:pt>
    <dgm:pt modelId="{B27E8572-7DAF-4019-A19D-BB2F6765B31A}" type="pres">
      <dgm:prSet presAssocID="{936BD4A3-F3FF-4318-AA9E-C58A1F42573D}" presName="rootText" presStyleLbl="node4" presStyleIdx="2" presStyleCnt="6" custScaleX="169956" custLinFactNeighborX="10819" custLinFactNeighborY="-43467">
        <dgm:presLayoutVars>
          <dgm:chPref val="3"/>
        </dgm:presLayoutVars>
      </dgm:prSet>
      <dgm:spPr/>
    </dgm:pt>
    <dgm:pt modelId="{08C5858F-9C4E-4F3D-911B-1FF3EAF251CE}" type="pres">
      <dgm:prSet presAssocID="{936BD4A3-F3FF-4318-AA9E-C58A1F42573D}" presName="rootConnector" presStyleLbl="node4" presStyleIdx="2" presStyleCnt="6"/>
      <dgm:spPr/>
    </dgm:pt>
    <dgm:pt modelId="{1595D608-18D1-4BE6-925C-DF5354BFB8EF}" type="pres">
      <dgm:prSet presAssocID="{936BD4A3-F3FF-4318-AA9E-C58A1F42573D}" presName="hierChild4" presStyleCnt="0"/>
      <dgm:spPr/>
    </dgm:pt>
    <dgm:pt modelId="{73D6EA9E-29E3-4715-BD49-172AE5422C71}" type="pres">
      <dgm:prSet presAssocID="{EDB085A6-AEBB-4134-9313-E782A5E8FA74}" presName="Name37" presStyleLbl="parChTrans1D4" presStyleIdx="3" presStyleCnt="6"/>
      <dgm:spPr/>
    </dgm:pt>
    <dgm:pt modelId="{DB066174-D86B-4B31-A6E7-067FCBE76388}" type="pres">
      <dgm:prSet presAssocID="{1B86AFEF-D695-4FF1-B5B3-300A30054FC1}" presName="hierRoot2" presStyleCnt="0">
        <dgm:presLayoutVars>
          <dgm:hierBranch val="init"/>
        </dgm:presLayoutVars>
      </dgm:prSet>
      <dgm:spPr/>
    </dgm:pt>
    <dgm:pt modelId="{C138957B-2E96-48D3-A8BA-3531B4696FFE}" type="pres">
      <dgm:prSet presAssocID="{1B86AFEF-D695-4FF1-B5B3-300A30054FC1}" presName="rootComposite" presStyleCnt="0"/>
      <dgm:spPr/>
    </dgm:pt>
    <dgm:pt modelId="{7548273D-6F80-47C3-AB23-71D814046E0B}" type="pres">
      <dgm:prSet presAssocID="{1B86AFEF-D695-4FF1-B5B3-300A30054FC1}" presName="rootText" presStyleLbl="node4" presStyleIdx="3" presStyleCnt="6" custLinFactNeighborX="11578" custLinFactNeighborY="-30010">
        <dgm:presLayoutVars>
          <dgm:chPref val="3"/>
        </dgm:presLayoutVars>
      </dgm:prSet>
      <dgm:spPr/>
    </dgm:pt>
    <dgm:pt modelId="{41AE9DE5-3478-4B0E-8FB2-6A42307E9B0A}" type="pres">
      <dgm:prSet presAssocID="{1B86AFEF-D695-4FF1-B5B3-300A30054FC1}" presName="rootConnector" presStyleLbl="node4" presStyleIdx="3" presStyleCnt="6"/>
      <dgm:spPr/>
    </dgm:pt>
    <dgm:pt modelId="{6551083C-CF95-4E17-AD43-8F44CE8D8C4D}" type="pres">
      <dgm:prSet presAssocID="{1B86AFEF-D695-4FF1-B5B3-300A30054FC1}" presName="hierChild4" presStyleCnt="0"/>
      <dgm:spPr/>
    </dgm:pt>
    <dgm:pt modelId="{491D7C61-72C6-4917-BDA9-950CABB52F4A}" type="pres">
      <dgm:prSet presAssocID="{1B86AFEF-D695-4FF1-B5B3-300A30054FC1}" presName="hierChild5" presStyleCnt="0"/>
      <dgm:spPr/>
    </dgm:pt>
    <dgm:pt modelId="{A8E985AF-B276-4C71-B43E-04293A2EF9DD}" type="pres">
      <dgm:prSet presAssocID="{936BD4A3-F3FF-4318-AA9E-C58A1F42573D}" presName="hierChild5" presStyleCnt="0"/>
      <dgm:spPr/>
    </dgm:pt>
    <dgm:pt modelId="{804E6B56-E3B8-4700-9127-BEE595E30894}" type="pres">
      <dgm:prSet presAssocID="{8A3AA93E-7401-4F68-8CF4-1B821474EFBE}" presName="hierChild5" presStyleCnt="0"/>
      <dgm:spPr/>
    </dgm:pt>
    <dgm:pt modelId="{A012BC0C-8E97-438E-9955-5E37F1C2ADE8}" type="pres">
      <dgm:prSet presAssocID="{E5426621-D64A-4259-8430-864FDB40CB25}" presName="hierChild5" presStyleCnt="0"/>
      <dgm:spPr/>
    </dgm:pt>
    <dgm:pt modelId="{97D870F6-3A4D-4C92-8AF7-541D01555CC6}" type="pres">
      <dgm:prSet presAssocID="{E5F802DB-25C5-44BF-B2BA-39E648F619D8}" presName="Name37" presStyleLbl="parChTrans1D2" presStyleIdx="2" presStyleCnt="4"/>
      <dgm:spPr/>
    </dgm:pt>
    <dgm:pt modelId="{309E1D88-56AE-4B9C-9548-312DB36A899A}" type="pres">
      <dgm:prSet presAssocID="{26D28E75-B3A0-4D64-AE78-7C85F655F746}" presName="hierRoot2" presStyleCnt="0">
        <dgm:presLayoutVars>
          <dgm:hierBranch val="init"/>
        </dgm:presLayoutVars>
      </dgm:prSet>
      <dgm:spPr/>
    </dgm:pt>
    <dgm:pt modelId="{D5181890-E43A-4D75-ABAD-1507B2348B35}" type="pres">
      <dgm:prSet presAssocID="{26D28E75-B3A0-4D64-AE78-7C85F655F746}" presName="rootComposite" presStyleCnt="0"/>
      <dgm:spPr/>
    </dgm:pt>
    <dgm:pt modelId="{BEC92E3A-7E19-42E0-99CF-7931D51CD5EE}" type="pres">
      <dgm:prSet presAssocID="{26D28E75-B3A0-4D64-AE78-7C85F655F746}" presName="rootText" presStyleLbl="node2" presStyleIdx="2" presStyleCnt="3" custScaleX="201885" custLinFactNeighborX="3117" custLinFactNeighborY="-68708">
        <dgm:presLayoutVars>
          <dgm:chPref val="3"/>
        </dgm:presLayoutVars>
      </dgm:prSet>
      <dgm:spPr/>
    </dgm:pt>
    <dgm:pt modelId="{3DC279BD-1270-4BBC-91C2-204CA7788907}" type="pres">
      <dgm:prSet presAssocID="{26D28E75-B3A0-4D64-AE78-7C85F655F746}" presName="rootConnector" presStyleLbl="node2" presStyleIdx="2" presStyleCnt="3"/>
      <dgm:spPr/>
    </dgm:pt>
    <dgm:pt modelId="{3E93A806-97B3-42ED-8693-5D4CB76B22AF}" type="pres">
      <dgm:prSet presAssocID="{26D28E75-B3A0-4D64-AE78-7C85F655F746}" presName="hierChild4" presStyleCnt="0"/>
      <dgm:spPr/>
    </dgm:pt>
    <dgm:pt modelId="{500F666E-065D-413F-A473-52D615E2E2E9}" type="pres">
      <dgm:prSet presAssocID="{D05C5C19-1C0A-4318-BBFB-C49E107AFADA}" presName="Name37" presStyleLbl="parChTrans1D3" presStyleIdx="2" presStyleCnt="3"/>
      <dgm:spPr/>
    </dgm:pt>
    <dgm:pt modelId="{49B374D7-392B-4850-9DFE-20ED508F6631}" type="pres">
      <dgm:prSet presAssocID="{CCA8DE65-57A3-44D6-AAC0-D4CD8C95F6DD}" presName="hierRoot2" presStyleCnt="0">
        <dgm:presLayoutVars>
          <dgm:hierBranch val="init"/>
        </dgm:presLayoutVars>
      </dgm:prSet>
      <dgm:spPr/>
    </dgm:pt>
    <dgm:pt modelId="{F848AB86-0B89-4BAA-B376-E56F6F821FC5}" type="pres">
      <dgm:prSet presAssocID="{CCA8DE65-57A3-44D6-AAC0-D4CD8C95F6DD}" presName="rootComposite" presStyleCnt="0"/>
      <dgm:spPr/>
    </dgm:pt>
    <dgm:pt modelId="{E70030D3-4042-4F51-BEB8-44D0C768C4ED}" type="pres">
      <dgm:prSet presAssocID="{CCA8DE65-57A3-44D6-AAC0-D4CD8C95F6DD}" presName="rootText" presStyleLbl="node3" presStyleIdx="2" presStyleCnt="3" custScaleX="246075" custLinFactNeighborX="1610" custLinFactNeighborY="-71000">
        <dgm:presLayoutVars>
          <dgm:chPref val="3"/>
        </dgm:presLayoutVars>
      </dgm:prSet>
      <dgm:spPr/>
    </dgm:pt>
    <dgm:pt modelId="{22CB5D36-B700-444B-A966-D53AD74B4595}" type="pres">
      <dgm:prSet presAssocID="{CCA8DE65-57A3-44D6-AAC0-D4CD8C95F6DD}" presName="rootConnector" presStyleLbl="node3" presStyleIdx="2" presStyleCnt="3"/>
      <dgm:spPr/>
    </dgm:pt>
    <dgm:pt modelId="{3A9E9DCE-3357-41AE-A2F9-88BB08C07FCA}" type="pres">
      <dgm:prSet presAssocID="{CCA8DE65-57A3-44D6-AAC0-D4CD8C95F6DD}" presName="hierChild4" presStyleCnt="0"/>
      <dgm:spPr/>
    </dgm:pt>
    <dgm:pt modelId="{E3D07611-1E3D-4420-80A6-53925C45CAD0}" type="pres">
      <dgm:prSet presAssocID="{5B628C4E-7788-4C0A-A0C4-E60518451BFC}" presName="Name37" presStyleLbl="parChTrans1D4" presStyleIdx="4" presStyleCnt="6"/>
      <dgm:spPr/>
    </dgm:pt>
    <dgm:pt modelId="{6855BDFD-ACD7-4819-90C5-09168442F93D}" type="pres">
      <dgm:prSet presAssocID="{2ADE055C-E9D3-4B70-931D-4A87B5AD3004}" presName="hierRoot2" presStyleCnt="0">
        <dgm:presLayoutVars>
          <dgm:hierBranch val="init"/>
        </dgm:presLayoutVars>
      </dgm:prSet>
      <dgm:spPr/>
    </dgm:pt>
    <dgm:pt modelId="{0C6B810E-1BA2-4C8C-85BE-C97DC27565FE}" type="pres">
      <dgm:prSet presAssocID="{2ADE055C-E9D3-4B70-931D-4A87B5AD3004}" presName="rootComposite" presStyleCnt="0"/>
      <dgm:spPr/>
    </dgm:pt>
    <dgm:pt modelId="{E4CEC2AB-9DDB-4CF7-81F0-43CFAA3BF7E0}" type="pres">
      <dgm:prSet presAssocID="{2ADE055C-E9D3-4B70-931D-4A87B5AD3004}" presName="rootText" presStyleLbl="node4" presStyleIdx="4" presStyleCnt="6" custScaleX="185800" custLinFactNeighborX="15" custLinFactNeighborY="-41072">
        <dgm:presLayoutVars>
          <dgm:chPref val="3"/>
        </dgm:presLayoutVars>
      </dgm:prSet>
      <dgm:spPr/>
    </dgm:pt>
    <dgm:pt modelId="{64F8440C-FB5B-46A0-A17D-67A95A6D031F}" type="pres">
      <dgm:prSet presAssocID="{2ADE055C-E9D3-4B70-931D-4A87B5AD3004}" presName="rootConnector" presStyleLbl="node4" presStyleIdx="4" presStyleCnt="6"/>
      <dgm:spPr/>
    </dgm:pt>
    <dgm:pt modelId="{8CB19527-567B-4C69-AE44-14C25BB2CEE9}" type="pres">
      <dgm:prSet presAssocID="{2ADE055C-E9D3-4B70-931D-4A87B5AD3004}" presName="hierChild4" presStyleCnt="0"/>
      <dgm:spPr/>
    </dgm:pt>
    <dgm:pt modelId="{EB27CB4C-3186-40C1-8247-3F1C4986FE17}" type="pres">
      <dgm:prSet presAssocID="{94898D5E-2F6C-4A50-B8AB-D418D46AF112}" presName="Name37" presStyleLbl="parChTrans1D4" presStyleIdx="5" presStyleCnt="6"/>
      <dgm:spPr/>
    </dgm:pt>
    <dgm:pt modelId="{B2E618D9-8878-4709-80EC-9DDDA62A2619}" type="pres">
      <dgm:prSet presAssocID="{42E3DEF3-0AFE-4330-92C9-AC04592D5FBA}" presName="hierRoot2" presStyleCnt="0">
        <dgm:presLayoutVars>
          <dgm:hierBranch val="init"/>
        </dgm:presLayoutVars>
      </dgm:prSet>
      <dgm:spPr/>
    </dgm:pt>
    <dgm:pt modelId="{5E84FD33-9997-4C52-B352-CFA9901C8DC6}" type="pres">
      <dgm:prSet presAssocID="{42E3DEF3-0AFE-4330-92C9-AC04592D5FBA}" presName="rootComposite" presStyleCnt="0"/>
      <dgm:spPr/>
    </dgm:pt>
    <dgm:pt modelId="{90B2BE09-5F93-47F8-B237-99EA52482F31}" type="pres">
      <dgm:prSet presAssocID="{42E3DEF3-0AFE-4330-92C9-AC04592D5FBA}" presName="rootText" presStyleLbl="node4" presStyleIdx="5" presStyleCnt="6" custLinFactNeighborX="-5317" custLinFactNeighborY="-36768">
        <dgm:presLayoutVars>
          <dgm:chPref val="3"/>
        </dgm:presLayoutVars>
      </dgm:prSet>
      <dgm:spPr/>
    </dgm:pt>
    <dgm:pt modelId="{888EBF5D-E4CE-464C-BD05-D3F6890FC3C5}" type="pres">
      <dgm:prSet presAssocID="{42E3DEF3-0AFE-4330-92C9-AC04592D5FBA}" presName="rootConnector" presStyleLbl="node4" presStyleIdx="5" presStyleCnt="6"/>
      <dgm:spPr/>
    </dgm:pt>
    <dgm:pt modelId="{C04C81F9-A20B-423C-8E0F-1F326BA2241A}" type="pres">
      <dgm:prSet presAssocID="{42E3DEF3-0AFE-4330-92C9-AC04592D5FBA}" presName="hierChild4" presStyleCnt="0"/>
      <dgm:spPr/>
    </dgm:pt>
    <dgm:pt modelId="{13C04EF9-1918-44E4-828E-CEC4836762E5}" type="pres">
      <dgm:prSet presAssocID="{42E3DEF3-0AFE-4330-92C9-AC04592D5FBA}" presName="hierChild5" presStyleCnt="0"/>
      <dgm:spPr/>
    </dgm:pt>
    <dgm:pt modelId="{FF4C8833-2E1E-43EB-AC41-3226CE27F30E}" type="pres">
      <dgm:prSet presAssocID="{2ADE055C-E9D3-4B70-931D-4A87B5AD3004}" presName="hierChild5" presStyleCnt="0"/>
      <dgm:spPr/>
    </dgm:pt>
    <dgm:pt modelId="{B9F11A5E-A608-4769-8CB7-00E1187E537D}" type="pres">
      <dgm:prSet presAssocID="{CCA8DE65-57A3-44D6-AAC0-D4CD8C95F6DD}" presName="hierChild5" presStyleCnt="0"/>
      <dgm:spPr/>
    </dgm:pt>
    <dgm:pt modelId="{DB4AB541-A8D0-48FD-95CD-FBE52CEA4100}" type="pres">
      <dgm:prSet presAssocID="{26D28E75-B3A0-4D64-AE78-7C85F655F746}" presName="hierChild5" presStyleCnt="0"/>
      <dgm:spPr/>
    </dgm:pt>
    <dgm:pt modelId="{1E540637-979E-424E-9BE3-BF5F46BF6503}" type="pres">
      <dgm:prSet presAssocID="{6ABAA142-4446-42A9-A0C9-44C06460ECEC}" presName="hierChild3" presStyleCnt="0"/>
      <dgm:spPr/>
    </dgm:pt>
    <dgm:pt modelId="{F44E59CB-256A-4F7F-ABB7-38BEC56B44C4}" type="pres">
      <dgm:prSet presAssocID="{092A718E-EDFE-43EE-9746-805A9345F481}" presName="Name111" presStyleLbl="parChTrans1D2" presStyleIdx="3" presStyleCnt="4"/>
      <dgm:spPr/>
    </dgm:pt>
    <dgm:pt modelId="{D642A016-7D56-4009-AFB6-680E8E058256}" type="pres">
      <dgm:prSet presAssocID="{0C895C0D-389B-4FC6-B28D-85C74EF9940B}" presName="hierRoot3" presStyleCnt="0">
        <dgm:presLayoutVars>
          <dgm:hierBranch val="init"/>
        </dgm:presLayoutVars>
      </dgm:prSet>
      <dgm:spPr/>
    </dgm:pt>
    <dgm:pt modelId="{1BBC0653-B6C4-469D-B235-67866D9F83CB}" type="pres">
      <dgm:prSet presAssocID="{0C895C0D-389B-4FC6-B28D-85C74EF9940B}" presName="rootComposite3" presStyleCnt="0"/>
      <dgm:spPr/>
    </dgm:pt>
    <dgm:pt modelId="{928EB737-0F27-4133-86DE-FBF0AFF4B3F5}" type="pres">
      <dgm:prSet presAssocID="{0C895C0D-389B-4FC6-B28D-85C74EF9940B}" presName="rootText3" presStyleLbl="asst1" presStyleIdx="0" presStyleCnt="1" custScaleY="64123" custLinFactNeighborX="-19148" custLinFactNeighborY="-49561">
        <dgm:presLayoutVars>
          <dgm:chPref val="3"/>
        </dgm:presLayoutVars>
      </dgm:prSet>
      <dgm:spPr/>
    </dgm:pt>
    <dgm:pt modelId="{FBFFAC68-2F1E-4F52-8BAA-6531686DB185}" type="pres">
      <dgm:prSet presAssocID="{0C895C0D-389B-4FC6-B28D-85C74EF9940B}" presName="rootConnector3" presStyleLbl="asst1" presStyleIdx="0" presStyleCnt="1"/>
      <dgm:spPr/>
    </dgm:pt>
    <dgm:pt modelId="{062D3C69-4C7C-4FDB-8FCD-8630F1C5E763}" type="pres">
      <dgm:prSet presAssocID="{0C895C0D-389B-4FC6-B28D-85C74EF9940B}" presName="hierChild6" presStyleCnt="0"/>
      <dgm:spPr/>
    </dgm:pt>
    <dgm:pt modelId="{38EB6B83-31A8-4144-B20E-3609F13408D6}" type="pres">
      <dgm:prSet presAssocID="{0C895C0D-389B-4FC6-B28D-85C74EF9940B}" presName="hierChild7" presStyleCnt="0"/>
      <dgm:spPr/>
    </dgm:pt>
  </dgm:ptLst>
  <dgm:cxnLst>
    <dgm:cxn modelId="{98B48902-C94F-4C76-A48F-322EFE95DD94}" type="presOf" srcId="{12734F44-1488-4A3D-9962-794F2B8360A5}" destId="{21EBB6A0-70C2-42D2-A35E-CEE3DE8F6C60}" srcOrd="0" destOrd="0" presId="urn:microsoft.com/office/officeart/2005/8/layout/orgChart1"/>
    <dgm:cxn modelId="{C1D27904-91FD-4673-A2DF-EE1A76DA87A1}" type="presOf" srcId="{03A42FC8-3DAE-4A5D-9959-11A1683A451C}" destId="{9DAEEB07-33E8-4EFE-AD29-858126F9CFC9}" srcOrd="0" destOrd="0" presId="urn:microsoft.com/office/officeart/2005/8/layout/orgChart1"/>
    <dgm:cxn modelId="{E4385908-8741-4167-A6A9-BCAE16B257CA}" srcId="{CCA8DE65-57A3-44D6-AAC0-D4CD8C95F6DD}" destId="{2ADE055C-E9D3-4B70-931D-4A87B5AD3004}" srcOrd="0" destOrd="0" parTransId="{5B628C4E-7788-4C0A-A0C4-E60518451BFC}" sibTransId="{58BDBB7A-07F0-4BEB-A395-B48AC306108A}"/>
    <dgm:cxn modelId="{1CCBA608-79FD-4D9E-9AED-8AB9A16ECB48}" type="presOf" srcId="{D05C5C19-1C0A-4318-BBFB-C49E107AFADA}" destId="{500F666E-065D-413F-A473-52D615E2E2E9}" srcOrd="0" destOrd="0" presId="urn:microsoft.com/office/officeart/2005/8/layout/orgChart1"/>
    <dgm:cxn modelId="{9275D708-2203-46C0-89EE-7051B84C4DE8}" srcId="{936BD4A3-F3FF-4318-AA9E-C58A1F42573D}" destId="{1B86AFEF-D695-4FF1-B5B3-300A30054FC1}" srcOrd="0" destOrd="0" parTransId="{EDB085A6-AEBB-4134-9313-E782A5E8FA74}" sibTransId="{A7409636-C058-4607-B5E0-675F00C248C5}"/>
    <dgm:cxn modelId="{295A230F-69D3-4929-8246-5E292FD37A21}" srcId="{9C8ACA2F-EACA-4E45-B609-59AA60A609E2}" destId="{9E815912-F88B-4FA0-A84F-22148E2ACCD1}" srcOrd="0" destOrd="0" parTransId="{AB50EE10-3134-4DBE-A52A-CB4A503081D6}" sibTransId="{98D2887D-1455-41E3-B328-6E7FA51D2983}"/>
    <dgm:cxn modelId="{7904DD0F-6AF6-4151-B7DC-BDE95D54B09E}" srcId="{26D28E75-B3A0-4D64-AE78-7C85F655F746}" destId="{CCA8DE65-57A3-44D6-AAC0-D4CD8C95F6DD}" srcOrd="0" destOrd="0" parTransId="{D05C5C19-1C0A-4318-BBFB-C49E107AFADA}" sibTransId="{BECE4903-D528-4156-8524-DCC30CC99E4E}"/>
    <dgm:cxn modelId="{6E39AA10-2641-48CA-AA68-086D898A9350}" type="presOf" srcId="{26D28E75-B3A0-4D64-AE78-7C85F655F746}" destId="{3DC279BD-1270-4BBC-91C2-204CA7788907}" srcOrd="1" destOrd="0" presId="urn:microsoft.com/office/officeart/2005/8/layout/orgChart1"/>
    <dgm:cxn modelId="{1E1B9E11-CDCB-4597-9798-0D29E3B4AAED}" srcId="{6ABAA142-4446-42A9-A0C9-44C06460ECEC}" destId="{E5426621-D64A-4259-8430-864FDB40CB25}" srcOrd="2" destOrd="0" parTransId="{8EF9E831-1C61-41F4-AA7E-D347E1B06F4D}" sibTransId="{BE4CE118-7B11-471B-AE31-FA666C328FE7}"/>
    <dgm:cxn modelId="{1D2C5517-9909-42B8-81A8-18FBFDAA29B2}" type="presOf" srcId="{9C8ACA2F-EACA-4E45-B609-59AA60A609E2}" destId="{79C36E4A-46E1-4D32-994D-54A287D0B6B7}" srcOrd="1" destOrd="0" presId="urn:microsoft.com/office/officeart/2005/8/layout/orgChart1"/>
    <dgm:cxn modelId="{34CCEE1C-6436-4774-ABEF-748F0983D200}" type="presOf" srcId="{5B628C4E-7788-4C0A-A0C4-E60518451BFC}" destId="{E3D07611-1E3D-4420-80A6-53925C45CAD0}" srcOrd="0" destOrd="0" presId="urn:microsoft.com/office/officeart/2005/8/layout/orgChart1"/>
    <dgm:cxn modelId="{4D9B3C25-0B29-4AA6-9868-8FC798CD2A31}" srcId="{9E815912-F88B-4FA0-A84F-22148E2ACCD1}" destId="{A437384C-2679-4D66-AB3D-96E18E46D76D}" srcOrd="0" destOrd="0" parTransId="{A31850C4-409D-49F4-8921-207757FDA33C}" sibTransId="{0C4C5636-EC4D-4198-A668-F2CC734DD819}"/>
    <dgm:cxn modelId="{338CF02E-4307-4FF2-8FC5-372F6DC354D9}" type="presOf" srcId="{2ADE055C-E9D3-4B70-931D-4A87B5AD3004}" destId="{E4CEC2AB-9DDB-4CF7-81F0-43CFAA3BF7E0}" srcOrd="0" destOrd="0" presId="urn:microsoft.com/office/officeart/2005/8/layout/orgChart1"/>
    <dgm:cxn modelId="{BE99BC3B-3301-414E-A6C3-8AD0584ECA34}" type="presOf" srcId="{CCA8DE65-57A3-44D6-AAC0-D4CD8C95F6DD}" destId="{22CB5D36-B700-444B-A966-D53AD74B4595}" srcOrd="1" destOrd="0" presId="urn:microsoft.com/office/officeart/2005/8/layout/orgChart1"/>
    <dgm:cxn modelId="{5685F23C-55B0-4621-890B-9D15179556E9}" type="presOf" srcId="{9E815912-F88B-4FA0-A84F-22148E2ACCD1}" destId="{4D15E963-244F-47A1-B51D-325B2F2CC2EA}" srcOrd="0" destOrd="0" presId="urn:microsoft.com/office/officeart/2005/8/layout/orgChart1"/>
    <dgm:cxn modelId="{A5F4413E-3725-439E-B024-C370E2657EA1}" srcId="{6ABAA142-4446-42A9-A0C9-44C06460ECEC}" destId="{26D28E75-B3A0-4D64-AE78-7C85F655F746}" srcOrd="3" destOrd="0" parTransId="{E5F802DB-25C5-44BF-B2BA-39E648F619D8}" sibTransId="{0A05B2D8-320F-4A07-804D-DB51F8D86F13}"/>
    <dgm:cxn modelId="{990F3E3F-571C-4FD5-AE79-03AC8E82A6EC}" type="presOf" srcId="{0C895C0D-389B-4FC6-B28D-85C74EF9940B}" destId="{928EB737-0F27-4133-86DE-FBF0AFF4B3F5}" srcOrd="0" destOrd="0" presId="urn:microsoft.com/office/officeart/2005/8/layout/orgChart1"/>
    <dgm:cxn modelId="{DB9CC75F-E392-4468-B5CC-7143AB611CCD}" type="presOf" srcId="{26D28E75-B3A0-4D64-AE78-7C85F655F746}" destId="{BEC92E3A-7E19-42E0-99CF-7931D51CD5EE}" srcOrd="0" destOrd="0" presId="urn:microsoft.com/office/officeart/2005/8/layout/orgChart1"/>
    <dgm:cxn modelId="{0FCFF45F-CBC9-405C-832C-73009BAEECE3}" srcId="{2ADE055C-E9D3-4B70-931D-4A87B5AD3004}" destId="{42E3DEF3-0AFE-4330-92C9-AC04592D5FBA}" srcOrd="0" destOrd="0" parTransId="{94898D5E-2F6C-4A50-B8AB-D418D46AF112}" sibTransId="{4DEB0A25-A620-465E-AD6B-0769566C2712}"/>
    <dgm:cxn modelId="{0DEAA660-16B9-42E7-A0C5-15DCF68038A2}" srcId="{E5426621-D64A-4259-8430-864FDB40CB25}" destId="{8A3AA93E-7401-4F68-8CF4-1B821474EFBE}" srcOrd="0" destOrd="0" parTransId="{741B8363-6907-4E70-B794-CE2C496EB3CC}" sibTransId="{56B0617A-5614-40B0-9292-A526DB429BD8}"/>
    <dgm:cxn modelId="{F128EF45-EAA7-49BA-843C-4E580BDCB2B0}" srcId="{647C1D64-BF4A-41EC-BC91-17A285F68B78}" destId="{6ABAA142-4446-42A9-A0C9-44C06460ECEC}" srcOrd="0" destOrd="0" parTransId="{4EBFC004-3507-4F40-8019-DE3CDCF34B80}" sibTransId="{8E6C7704-DDAB-4ED3-AA2A-8762F95DB6E7}"/>
    <dgm:cxn modelId="{FF7F6247-0EBC-4CF4-ABF1-7C1E0494002B}" type="presOf" srcId="{42E3DEF3-0AFE-4330-92C9-AC04592D5FBA}" destId="{90B2BE09-5F93-47F8-B237-99EA52482F31}" srcOrd="0" destOrd="0" presId="urn:microsoft.com/office/officeart/2005/8/layout/orgChart1"/>
    <dgm:cxn modelId="{00E20248-8702-49A6-8748-D724B4C42C07}" type="presOf" srcId="{647C1D64-BF4A-41EC-BC91-17A285F68B78}" destId="{ED9DF7C4-392F-497B-9A58-E3A6BCA6618F}" srcOrd="0" destOrd="0" presId="urn:microsoft.com/office/officeart/2005/8/layout/orgChart1"/>
    <dgm:cxn modelId="{C4406149-A57B-4F08-B961-394365C2998A}" type="presOf" srcId="{8A3AA93E-7401-4F68-8CF4-1B821474EFBE}" destId="{A3915211-5E04-4D39-AAD6-22DCFE1F8643}" srcOrd="1" destOrd="0" presId="urn:microsoft.com/office/officeart/2005/8/layout/orgChart1"/>
    <dgm:cxn modelId="{77F1E66C-7055-4BDA-82D2-50F0067A2150}" type="presOf" srcId="{42E3DEF3-0AFE-4330-92C9-AC04592D5FBA}" destId="{888EBF5D-E4CE-464C-BD05-D3F6890FC3C5}" srcOrd="1" destOrd="0" presId="urn:microsoft.com/office/officeart/2005/8/layout/orgChart1"/>
    <dgm:cxn modelId="{54049F4F-C434-4F95-91D1-A1895BCF8AF5}" type="presOf" srcId="{A437384C-2679-4D66-AB3D-96E18E46D76D}" destId="{1CBA451F-13E0-4A93-82E3-91692D7B5D85}" srcOrd="1" destOrd="0" presId="urn:microsoft.com/office/officeart/2005/8/layout/orgChart1"/>
    <dgm:cxn modelId="{6DDBE471-EB28-41FA-8A47-4018DB6B6984}" type="presOf" srcId="{092A718E-EDFE-43EE-9746-805A9345F481}" destId="{F44E59CB-256A-4F7F-ABB7-38BEC56B44C4}" srcOrd="0" destOrd="0" presId="urn:microsoft.com/office/officeart/2005/8/layout/orgChart1"/>
    <dgm:cxn modelId="{01E5FB57-A744-404D-9CF1-171044D421C8}" type="presOf" srcId="{6ABAA142-4446-42A9-A0C9-44C06460ECEC}" destId="{49B62D80-14D7-4C74-8993-26A3FCD29C52}" srcOrd="1" destOrd="0" presId="urn:microsoft.com/office/officeart/2005/8/layout/orgChart1"/>
    <dgm:cxn modelId="{02632A79-5F7C-408F-9AC9-0CFB2D9FA445}" type="presOf" srcId="{EDB085A6-AEBB-4134-9313-E782A5E8FA74}" destId="{73D6EA9E-29E3-4715-BD49-172AE5422C71}" srcOrd="0" destOrd="0" presId="urn:microsoft.com/office/officeart/2005/8/layout/orgChart1"/>
    <dgm:cxn modelId="{59F5445A-BF35-4696-8B77-89F6C8F44E2F}" srcId="{8A3AA93E-7401-4F68-8CF4-1B821474EFBE}" destId="{936BD4A3-F3FF-4318-AA9E-C58A1F42573D}" srcOrd="0" destOrd="0" parTransId="{03A42FC8-3DAE-4A5D-9959-11A1683A451C}" sibTransId="{1ED57989-6963-46A2-9666-695CCFF3DA0B}"/>
    <dgm:cxn modelId="{D2AA2A7F-DFEB-4EAD-95CF-2BC64C1C0F7C}" type="presOf" srcId="{E5F802DB-25C5-44BF-B2BA-39E648F619D8}" destId="{97D870F6-3A4D-4C92-8AF7-541D01555CC6}" srcOrd="0" destOrd="0" presId="urn:microsoft.com/office/officeart/2005/8/layout/orgChart1"/>
    <dgm:cxn modelId="{4F9B4581-C7BA-4502-B78F-A3C4576FF1E7}" type="presOf" srcId="{936BD4A3-F3FF-4318-AA9E-C58A1F42573D}" destId="{B27E8572-7DAF-4019-A19D-BB2F6765B31A}" srcOrd="0" destOrd="0" presId="urn:microsoft.com/office/officeart/2005/8/layout/orgChart1"/>
    <dgm:cxn modelId="{1E4F7282-9C50-4B31-B688-4B61D2E08F52}" srcId="{6ABAA142-4446-42A9-A0C9-44C06460ECEC}" destId="{0C895C0D-389B-4FC6-B28D-85C74EF9940B}" srcOrd="0" destOrd="0" parTransId="{092A718E-EDFE-43EE-9746-805A9345F481}" sibTransId="{7467F03D-1801-4E0F-BE43-8DA43B208EA4}"/>
    <dgm:cxn modelId="{599C748B-FB02-4F5E-96DB-F308E10F676A}" type="presOf" srcId="{94898D5E-2F6C-4A50-B8AB-D418D46AF112}" destId="{EB27CB4C-3186-40C1-8247-3F1C4986FE17}" srcOrd="0" destOrd="0" presId="urn:microsoft.com/office/officeart/2005/8/layout/orgChart1"/>
    <dgm:cxn modelId="{CC105B96-2BA4-445F-A937-84E379BF2621}" type="presOf" srcId="{8EF9E831-1C61-41F4-AA7E-D347E1B06F4D}" destId="{E6610DE8-2E44-49BE-93D0-459CF0463478}" srcOrd="0" destOrd="0" presId="urn:microsoft.com/office/officeart/2005/8/layout/orgChart1"/>
    <dgm:cxn modelId="{E877FA9A-8E6F-40D0-B1AD-A32C89647B1D}" type="presOf" srcId="{0C895C0D-389B-4FC6-B28D-85C74EF9940B}" destId="{FBFFAC68-2F1E-4F52-8BAA-6531686DB185}" srcOrd="1" destOrd="0" presId="urn:microsoft.com/office/officeart/2005/8/layout/orgChart1"/>
    <dgm:cxn modelId="{D49559A8-92E6-491F-A728-6E04037FE1B1}" type="presOf" srcId="{741B8363-6907-4E70-B794-CE2C496EB3CC}" destId="{5B240494-54F1-4E59-BDB8-AFDDD097506E}" srcOrd="0" destOrd="0" presId="urn:microsoft.com/office/officeart/2005/8/layout/orgChart1"/>
    <dgm:cxn modelId="{FCC04CA9-8F14-40DA-A491-850D1A710078}" type="presOf" srcId="{936BD4A3-F3FF-4318-AA9E-C58A1F42573D}" destId="{08C5858F-9C4E-4F3D-911B-1FF3EAF251CE}" srcOrd="1" destOrd="0" presId="urn:microsoft.com/office/officeart/2005/8/layout/orgChart1"/>
    <dgm:cxn modelId="{E2862CAC-F0A5-4A63-8665-4EBA0F864127}" type="presOf" srcId="{1B86AFEF-D695-4FF1-B5B3-300A30054FC1}" destId="{7548273D-6F80-47C3-AB23-71D814046E0B}" srcOrd="0" destOrd="0" presId="urn:microsoft.com/office/officeart/2005/8/layout/orgChart1"/>
    <dgm:cxn modelId="{4DAB82B8-F814-4774-B8CD-70B342953375}" type="presOf" srcId="{2ADE055C-E9D3-4B70-931D-4A87B5AD3004}" destId="{64F8440C-FB5B-46A0-A17D-67A95A6D031F}" srcOrd="1" destOrd="0" presId="urn:microsoft.com/office/officeart/2005/8/layout/orgChart1"/>
    <dgm:cxn modelId="{B03253B9-86F0-4AE1-B27A-57D4067F282E}" type="presOf" srcId="{424A193E-8377-4BA7-A5EB-2C53239B4797}" destId="{91886720-C09D-4DB7-8EDC-2D8F8B125318}" srcOrd="1" destOrd="0" presId="urn:microsoft.com/office/officeart/2005/8/layout/orgChart1"/>
    <dgm:cxn modelId="{BAEB03BA-0675-459A-BC18-F10B47EA2AD8}" type="presOf" srcId="{1B86AFEF-D695-4FF1-B5B3-300A30054FC1}" destId="{41AE9DE5-3478-4B0E-8FB2-6A42307E9B0A}" srcOrd="1" destOrd="0" presId="urn:microsoft.com/office/officeart/2005/8/layout/orgChart1"/>
    <dgm:cxn modelId="{B419C2BD-B1FE-447E-840C-CECE4F399BD9}" type="presOf" srcId="{E5426621-D64A-4259-8430-864FDB40CB25}" destId="{4C724B26-584B-4F60-9BB9-93E5C00CF708}" srcOrd="1" destOrd="0" presId="urn:microsoft.com/office/officeart/2005/8/layout/orgChart1"/>
    <dgm:cxn modelId="{533948C5-D029-4934-B9E1-15843532AAB5}" type="presOf" srcId="{9E815912-F88B-4FA0-A84F-22148E2ACCD1}" destId="{790E2191-D1D2-474B-A1AE-2E5632CD711F}" srcOrd="1" destOrd="0" presId="urn:microsoft.com/office/officeart/2005/8/layout/orgChart1"/>
    <dgm:cxn modelId="{A79854C7-711E-467C-BE14-88E73F6FFB04}" srcId="{6ABAA142-4446-42A9-A0C9-44C06460ECEC}" destId="{424A193E-8377-4BA7-A5EB-2C53239B4797}" srcOrd="1" destOrd="0" parTransId="{12734F44-1488-4A3D-9962-794F2B8360A5}" sibTransId="{6218D528-F79F-4E3E-B597-A310B9F83E87}"/>
    <dgm:cxn modelId="{49BFA9D0-7315-4E7C-8912-073BBBAC4DFC}" type="presOf" srcId="{8A3AA93E-7401-4F68-8CF4-1B821474EFBE}" destId="{D24690EA-0E84-4000-92C8-C9B4988E8E79}" srcOrd="0" destOrd="0" presId="urn:microsoft.com/office/officeart/2005/8/layout/orgChart1"/>
    <dgm:cxn modelId="{EEE293D5-2744-4DBA-8009-078741B7AB46}" type="presOf" srcId="{E5426621-D64A-4259-8430-864FDB40CB25}" destId="{EF85A869-1865-4C9F-BCA6-51D5F8A7DF97}" srcOrd="0" destOrd="0" presId="urn:microsoft.com/office/officeart/2005/8/layout/orgChart1"/>
    <dgm:cxn modelId="{CD17F5D5-F56C-438E-B3E0-2D63F8D7E82A}" type="presOf" srcId="{AB50EE10-3134-4DBE-A52A-CB4A503081D6}" destId="{9039BC16-65AD-4C8D-B974-A8E89398146A}" srcOrd="0" destOrd="0" presId="urn:microsoft.com/office/officeart/2005/8/layout/orgChart1"/>
    <dgm:cxn modelId="{C350DBD6-8A71-4ED7-A232-81A5A0A7D35C}" srcId="{424A193E-8377-4BA7-A5EB-2C53239B4797}" destId="{9C8ACA2F-EACA-4E45-B609-59AA60A609E2}" srcOrd="0" destOrd="0" parTransId="{DB0CDF6F-070C-4264-9D9D-5AEA782D95D5}" sibTransId="{9B0922A9-5B60-47BF-9AE2-FC76596E8C7F}"/>
    <dgm:cxn modelId="{E7D7D1DA-73EB-46A3-9CF0-84F628794955}" type="presOf" srcId="{DB0CDF6F-070C-4264-9D9D-5AEA782D95D5}" destId="{455918C4-DCE7-47FF-A7D2-02B6F52FED45}" srcOrd="0" destOrd="0" presId="urn:microsoft.com/office/officeart/2005/8/layout/orgChart1"/>
    <dgm:cxn modelId="{336A73DC-5E3B-4CE8-98E7-B927F54A4B03}" type="presOf" srcId="{6ABAA142-4446-42A9-A0C9-44C06460ECEC}" destId="{93737C95-A1FE-4626-9C0F-BE6B1A090EF7}" srcOrd="0" destOrd="0" presId="urn:microsoft.com/office/officeart/2005/8/layout/orgChart1"/>
    <dgm:cxn modelId="{896794DF-B7C0-43FB-94B8-9ABBD88CA6DF}" type="presOf" srcId="{CCA8DE65-57A3-44D6-AAC0-D4CD8C95F6DD}" destId="{E70030D3-4042-4F51-BEB8-44D0C768C4ED}" srcOrd="0" destOrd="0" presId="urn:microsoft.com/office/officeart/2005/8/layout/orgChart1"/>
    <dgm:cxn modelId="{B0E513E7-0CDB-43F9-BA3D-744660700104}" type="presOf" srcId="{9C8ACA2F-EACA-4E45-B609-59AA60A609E2}" destId="{6A292F4C-43BF-44EC-BEB8-7178C004CB26}" srcOrd="0" destOrd="0" presId="urn:microsoft.com/office/officeart/2005/8/layout/orgChart1"/>
    <dgm:cxn modelId="{C08C26EF-D7D2-46A1-9B1C-404CA3CDF4E8}" type="presOf" srcId="{A437384C-2679-4D66-AB3D-96E18E46D76D}" destId="{153D03C9-9DC1-4E6D-A6D8-80355E109F16}" srcOrd="0" destOrd="0" presId="urn:microsoft.com/office/officeart/2005/8/layout/orgChart1"/>
    <dgm:cxn modelId="{2DAA28EF-69F6-4577-B808-3DF00A44F75F}" type="presOf" srcId="{424A193E-8377-4BA7-A5EB-2C53239B4797}" destId="{92BA87F3-5C8D-4CC3-993A-C6F6DDA4C886}" srcOrd="0" destOrd="0" presId="urn:microsoft.com/office/officeart/2005/8/layout/orgChart1"/>
    <dgm:cxn modelId="{8CF515FD-0189-48A4-9CA3-CD1677C10711}" type="presOf" srcId="{A31850C4-409D-49F4-8921-207757FDA33C}" destId="{15E6E6C3-1D27-4721-8FDA-8031157B4F0B}" srcOrd="0" destOrd="0" presId="urn:microsoft.com/office/officeart/2005/8/layout/orgChart1"/>
    <dgm:cxn modelId="{049F766E-7B79-4EB0-B767-A1F4A83E4C6E}" type="presParOf" srcId="{ED9DF7C4-392F-497B-9A58-E3A6BCA6618F}" destId="{25356418-C935-43FE-8F0D-2834B21A7814}" srcOrd="0" destOrd="0" presId="urn:microsoft.com/office/officeart/2005/8/layout/orgChart1"/>
    <dgm:cxn modelId="{7E1F1957-D79B-4995-A676-5595E9C61FA6}" type="presParOf" srcId="{25356418-C935-43FE-8F0D-2834B21A7814}" destId="{66298CEA-DA08-4504-9754-7136F43AF2E7}" srcOrd="0" destOrd="0" presId="urn:microsoft.com/office/officeart/2005/8/layout/orgChart1"/>
    <dgm:cxn modelId="{6E22A514-BED4-498A-9BCA-C282605A8862}" type="presParOf" srcId="{66298CEA-DA08-4504-9754-7136F43AF2E7}" destId="{93737C95-A1FE-4626-9C0F-BE6B1A090EF7}" srcOrd="0" destOrd="0" presId="urn:microsoft.com/office/officeart/2005/8/layout/orgChart1"/>
    <dgm:cxn modelId="{03A1D559-6F5F-4805-AB2A-FB2E580BE71B}" type="presParOf" srcId="{66298CEA-DA08-4504-9754-7136F43AF2E7}" destId="{49B62D80-14D7-4C74-8993-26A3FCD29C52}" srcOrd="1" destOrd="0" presId="urn:microsoft.com/office/officeart/2005/8/layout/orgChart1"/>
    <dgm:cxn modelId="{AB928618-CCC3-494A-B686-43D6B179F5B3}" type="presParOf" srcId="{25356418-C935-43FE-8F0D-2834B21A7814}" destId="{D2D81E2F-E17A-4AFF-A386-F533EB0D838E}" srcOrd="1" destOrd="0" presId="urn:microsoft.com/office/officeart/2005/8/layout/orgChart1"/>
    <dgm:cxn modelId="{B18041B9-62C6-46C0-AD2B-0D82A693401E}" type="presParOf" srcId="{D2D81E2F-E17A-4AFF-A386-F533EB0D838E}" destId="{21EBB6A0-70C2-42D2-A35E-CEE3DE8F6C60}" srcOrd="0" destOrd="0" presId="urn:microsoft.com/office/officeart/2005/8/layout/orgChart1"/>
    <dgm:cxn modelId="{C453C38F-E05F-410F-A6A2-DFB840FA08A9}" type="presParOf" srcId="{D2D81E2F-E17A-4AFF-A386-F533EB0D838E}" destId="{E5C3473C-3915-4C61-9F75-BF3F49CC9782}" srcOrd="1" destOrd="0" presId="urn:microsoft.com/office/officeart/2005/8/layout/orgChart1"/>
    <dgm:cxn modelId="{03041F5D-4AC9-4FA4-AF51-6AD48F7427B0}" type="presParOf" srcId="{E5C3473C-3915-4C61-9F75-BF3F49CC9782}" destId="{5901890F-4197-4A88-8037-052C454B30C5}" srcOrd="0" destOrd="0" presId="urn:microsoft.com/office/officeart/2005/8/layout/orgChart1"/>
    <dgm:cxn modelId="{875C796C-621B-4068-9BC9-161F5420B293}" type="presParOf" srcId="{5901890F-4197-4A88-8037-052C454B30C5}" destId="{92BA87F3-5C8D-4CC3-993A-C6F6DDA4C886}" srcOrd="0" destOrd="0" presId="urn:microsoft.com/office/officeart/2005/8/layout/orgChart1"/>
    <dgm:cxn modelId="{3497D4CF-D9AE-4D54-9CD6-BFDA98F8C98D}" type="presParOf" srcId="{5901890F-4197-4A88-8037-052C454B30C5}" destId="{91886720-C09D-4DB7-8EDC-2D8F8B125318}" srcOrd="1" destOrd="0" presId="urn:microsoft.com/office/officeart/2005/8/layout/orgChart1"/>
    <dgm:cxn modelId="{793A9AFC-481C-41BE-BA13-6BD4C4294EBD}" type="presParOf" srcId="{E5C3473C-3915-4C61-9F75-BF3F49CC9782}" destId="{E0185D59-51F2-434F-B637-0DC36304F590}" srcOrd="1" destOrd="0" presId="urn:microsoft.com/office/officeart/2005/8/layout/orgChart1"/>
    <dgm:cxn modelId="{9E681D7F-0D7B-4367-BF3C-8262A5F06089}" type="presParOf" srcId="{E0185D59-51F2-434F-B637-0DC36304F590}" destId="{455918C4-DCE7-47FF-A7D2-02B6F52FED45}" srcOrd="0" destOrd="0" presId="urn:microsoft.com/office/officeart/2005/8/layout/orgChart1"/>
    <dgm:cxn modelId="{2B33B1C6-604D-4A8C-BB34-44DCA2BDA4BC}" type="presParOf" srcId="{E0185D59-51F2-434F-B637-0DC36304F590}" destId="{C173CF66-5519-43A4-B692-D1A51D8E71E4}" srcOrd="1" destOrd="0" presId="urn:microsoft.com/office/officeart/2005/8/layout/orgChart1"/>
    <dgm:cxn modelId="{6CB8F0EE-5CF8-4BDE-B765-1E89D864FA67}" type="presParOf" srcId="{C173CF66-5519-43A4-B692-D1A51D8E71E4}" destId="{9C022D07-7658-4D18-83F2-E511B12658A0}" srcOrd="0" destOrd="0" presId="urn:microsoft.com/office/officeart/2005/8/layout/orgChart1"/>
    <dgm:cxn modelId="{FC8AB162-9912-4B7E-A681-775B04F69C9B}" type="presParOf" srcId="{9C022D07-7658-4D18-83F2-E511B12658A0}" destId="{6A292F4C-43BF-44EC-BEB8-7178C004CB26}" srcOrd="0" destOrd="0" presId="urn:microsoft.com/office/officeart/2005/8/layout/orgChart1"/>
    <dgm:cxn modelId="{3C25B25F-452A-413A-BC3B-20B397F57EE5}" type="presParOf" srcId="{9C022D07-7658-4D18-83F2-E511B12658A0}" destId="{79C36E4A-46E1-4D32-994D-54A287D0B6B7}" srcOrd="1" destOrd="0" presId="urn:microsoft.com/office/officeart/2005/8/layout/orgChart1"/>
    <dgm:cxn modelId="{B8C75670-D18D-47E9-8623-1D1D82904A1E}" type="presParOf" srcId="{C173CF66-5519-43A4-B692-D1A51D8E71E4}" destId="{0E260F21-BD09-4BFE-B3E1-61C720D635C8}" srcOrd="1" destOrd="0" presId="urn:microsoft.com/office/officeart/2005/8/layout/orgChart1"/>
    <dgm:cxn modelId="{75D59F9E-0CBA-42C2-BC71-931C623EDAAA}" type="presParOf" srcId="{0E260F21-BD09-4BFE-B3E1-61C720D635C8}" destId="{9039BC16-65AD-4C8D-B974-A8E89398146A}" srcOrd="0" destOrd="0" presId="urn:microsoft.com/office/officeart/2005/8/layout/orgChart1"/>
    <dgm:cxn modelId="{FC08C1F1-AC11-4874-A37D-47FD7503BD9F}" type="presParOf" srcId="{0E260F21-BD09-4BFE-B3E1-61C720D635C8}" destId="{A77B2862-996A-46C0-9E0E-E3A2DF1A5AD5}" srcOrd="1" destOrd="0" presId="urn:microsoft.com/office/officeart/2005/8/layout/orgChart1"/>
    <dgm:cxn modelId="{16898285-553C-4FB6-B4AA-DECF8C72384A}" type="presParOf" srcId="{A77B2862-996A-46C0-9E0E-E3A2DF1A5AD5}" destId="{60339361-CD66-461A-BDE8-1A2F3B915607}" srcOrd="0" destOrd="0" presId="urn:microsoft.com/office/officeart/2005/8/layout/orgChart1"/>
    <dgm:cxn modelId="{B43A8836-05B5-48B8-A98B-6B04838D2047}" type="presParOf" srcId="{60339361-CD66-461A-BDE8-1A2F3B915607}" destId="{4D15E963-244F-47A1-B51D-325B2F2CC2EA}" srcOrd="0" destOrd="0" presId="urn:microsoft.com/office/officeart/2005/8/layout/orgChart1"/>
    <dgm:cxn modelId="{9ECDCBDA-B318-4BF6-BC45-624CB1B7D51E}" type="presParOf" srcId="{60339361-CD66-461A-BDE8-1A2F3B915607}" destId="{790E2191-D1D2-474B-A1AE-2E5632CD711F}" srcOrd="1" destOrd="0" presId="urn:microsoft.com/office/officeart/2005/8/layout/orgChart1"/>
    <dgm:cxn modelId="{03692832-F190-47DC-BDDB-9631140212C4}" type="presParOf" srcId="{A77B2862-996A-46C0-9E0E-E3A2DF1A5AD5}" destId="{DB34ABD8-8F8C-4DF2-B0CD-166EC8B3238B}" srcOrd="1" destOrd="0" presId="urn:microsoft.com/office/officeart/2005/8/layout/orgChart1"/>
    <dgm:cxn modelId="{089205C9-2DC8-4D22-9061-852DA6AC4291}" type="presParOf" srcId="{DB34ABD8-8F8C-4DF2-B0CD-166EC8B3238B}" destId="{15E6E6C3-1D27-4721-8FDA-8031157B4F0B}" srcOrd="0" destOrd="0" presId="urn:microsoft.com/office/officeart/2005/8/layout/orgChart1"/>
    <dgm:cxn modelId="{7283CBF9-514C-4520-BE30-BB6E099D977A}" type="presParOf" srcId="{DB34ABD8-8F8C-4DF2-B0CD-166EC8B3238B}" destId="{3D945E0F-38DD-47EA-A9CD-686A6F959BAA}" srcOrd="1" destOrd="0" presId="urn:microsoft.com/office/officeart/2005/8/layout/orgChart1"/>
    <dgm:cxn modelId="{18497B41-8985-4762-ABD5-C20180F86D22}" type="presParOf" srcId="{3D945E0F-38DD-47EA-A9CD-686A6F959BAA}" destId="{8C34A2BE-ACC0-453A-97DA-FAAB95F3DEA8}" srcOrd="0" destOrd="0" presId="urn:microsoft.com/office/officeart/2005/8/layout/orgChart1"/>
    <dgm:cxn modelId="{BC5DDB78-1041-493C-AFC0-5ED2F222D7E8}" type="presParOf" srcId="{8C34A2BE-ACC0-453A-97DA-FAAB95F3DEA8}" destId="{153D03C9-9DC1-4E6D-A6D8-80355E109F16}" srcOrd="0" destOrd="0" presId="urn:microsoft.com/office/officeart/2005/8/layout/orgChart1"/>
    <dgm:cxn modelId="{3E91CE10-64D9-4C74-90A6-71CE28F6ADFA}" type="presParOf" srcId="{8C34A2BE-ACC0-453A-97DA-FAAB95F3DEA8}" destId="{1CBA451F-13E0-4A93-82E3-91692D7B5D85}" srcOrd="1" destOrd="0" presId="urn:microsoft.com/office/officeart/2005/8/layout/orgChart1"/>
    <dgm:cxn modelId="{FD4C0D80-5856-46DD-A975-13E837BEB9DA}" type="presParOf" srcId="{3D945E0F-38DD-47EA-A9CD-686A6F959BAA}" destId="{F3A8FD6E-DF98-4082-9814-77D8ADA58178}" srcOrd="1" destOrd="0" presId="urn:microsoft.com/office/officeart/2005/8/layout/orgChart1"/>
    <dgm:cxn modelId="{7DED8F7B-E70E-4202-BD78-5B824F1874A4}" type="presParOf" srcId="{3D945E0F-38DD-47EA-A9CD-686A6F959BAA}" destId="{26C46160-9165-45C1-BBF0-E454010E5A3E}" srcOrd="2" destOrd="0" presId="urn:microsoft.com/office/officeart/2005/8/layout/orgChart1"/>
    <dgm:cxn modelId="{C34A8E16-88A0-4A6B-B50F-343216A84137}" type="presParOf" srcId="{A77B2862-996A-46C0-9E0E-E3A2DF1A5AD5}" destId="{3BCCC394-3051-4279-818F-5927861ED680}" srcOrd="2" destOrd="0" presId="urn:microsoft.com/office/officeart/2005/8/layout/orgChart1"/>
    <dgm:cxn modelId="{08B82140-A221-4C0D-A94B-477C4C0CE43B}" type="presParOf" srcId="{C173CF66-5519-43A4-B692-D1A51D8E71E4}" destId="{A7C6752F-D658-4466-9803-5F3EFB4130A5}" srcOrd="2" destOrd="0" presId="urn:microsoft.com/office/officeart/2005/8/layout/orgChart1"/>
    <dgm:cxn modelId="{BF59593F-113E-4A8E-BFCB-3D49FBEBA177}" type="presParOf" srcId="{E5C3473C-3915-4C61-9F75-BF3F49CC9782}" destId="{7A722C11-AE2B-4A0E-8059-C722EDCC8F91}" srcOrd="2" destOrd="0" presId="urn:microsoft.com/office/officeart/2005/8/layout/orgChart1"/>
    <dgm:cxn modelId="{230ECA95-3916-40CA-99FD-CC7F10A0D91F}" type="presParOf" srcId="{D2D81E2F-E17A-4AFF-A386-F533EB0D838E}" destId="{E6610DE8-2E44-49BE-93D0-459CF0463478}" srcOrd="2" destOrd="0" presId="urn:microsoft.com/office/officeart/2005/8/layout/orgChart1"/>
    <dgm:cxn modelId="{8EB8988C-2DD3-438B-832B-D4C40218CF13}" type="presParOf" srcId="{D2D81E2F-E17A-4AFF-A386-F533EB0D838E}" destId="{F8435FB0-9A7C-4E1F-BE0A-AA09AE4F48C3}" srcOrd="3" destOrd="0" presId="urn:microsoft.com/office/officeart/2005/8/layout/orgChart1"/>
    <dgm:cxn modelId="{36A9A3E9-D8DA-4A3F-AEC5-E2C0F54A8BA3}" type="presParOf" srcId="{F8435FB0-9A7C-4E1F-BE0A-AA09AE4F48C3}" destId="{CCF94918-A813-4246-9FA1-75276603D8A4}" srcOrd="0" destOrd="0" presId="urn:microsoft.com/office/officeart/2005/8/layout/orgChart1"/>
    <dgm:cxn modelId="{0092D56F-108D-483A-8946-C4F0CB749B46}" type="presParOf" srcId="{CCF94918-A813-4246-9FA1-75276603D8A4}" destId="{EF85A869-1865-4C9F-BCA6-51D5F8A7DF97}" srcOrd="0" destOrd="0" presId="urn:microsoft.com/office/officeart/2005/8/layout/orgChart1"/>
    <dgm:cxn modelId="{8A6142F7-B201-44BC-AD18-70248714852A}" type="presParOf" srcId="{CCF94918-A813-4246-9FA1-75276603D8A4}" destId="{4C724B26-584B-4F60-9BB9-93E5C00CF708}" srcOrd="1" destOrd="0" presId="urn:microsoft.com/office/officeart/2005/8/layout/orgChart1"/>
    <dgm:cxn modelId="{D2731C4C-9C25-483D-BA2F-3C5B035A33E9}" type="presParOf" srcId="{F8435FB0-9A7C-4E1F-BE0A-AA09AE4F48C3}" destId="{BCDB8AF2-F1F7-4892-8CCD-43467BCABF53}" srcOrd="1" destOrd="0" presId="urn:microsoft.com/office/officeart/2005/8/layout/orgChart1"/>
    <dgm:cxn modelId="{B19512F2-C7B4-4E93-A7EB-54406EAF1210}" type="presParOf" srcId="{BCDB8AF2-F1F7-4892-8CCD-43467BCABF53}" destId="{5B240494-54F1-4E59-BDB8-AFDDD097506E}" srcOrd="0" destOrd="0" presId="urn:microsoft.com/office/officeart/2005/8/layout/orgChart1"/>
    <dgm:cxn modelId="{58978CC7-6C20-4C70-B97A-5564D0D19B0B}" type="presParOf" srcId="{BCDB8AF2-F1F7-4892-8CCD-43467BCABF53}" destId="{6660C9A1-F66F-409E-BBD0-F657148E5024}" srcOrd="1" destOrd="0" presId="urn:microsoft.com/office/officeart/2005/8/layout/orgChart1"/>
    <dgm:cxn modelId="{99A7CC6F-DB9C-4BC7-B993-A214F1AFE274}" type="presParOf" srcId="{6660C9A1-F66F-409E-BBD0-F657148E5024}" destId="{6404169A-DA18-4F40-ACE2-08C7722EC595}" srcOrd="0" destOrd="0" presId="urn:microsoft.com/office/officeart/2005/8/layout/orgChart1"/>
    <dgm:cxn modelId="{1837DD26-0122-4326-B3CF-75553D4222E4}" type="presParOf" srcId="{6404169A-DA18-4F40-ACE2-08C7722EC595}" destId="{D24690EA-0E84-4000-92C8-C9B4988E8E79}" srcOrd="0" destOrd="0" presId="urn:microsoft.com/office/officeart/2005/8/layout/orgChart1"/>
    <dgm:cxn modelId="{E302B594-E0ED-482B-A3D6-44966E7FDB4A}" type="presParOf" srcId="{6404169A-DA18-4F40-ACE2-08C7722EC595}" destId="{A3915211-5E04-4D39-AAD6-22DCFE1F8643}" srcOrd="1" destOrd="0" presId="urn:microsoft.com/office/officeart/2005/8/layout/orgChart1"/>
    <dgm:cxn modelId="{7E891784-5C9E-4C8E-93D8-3F3639D466E8}" type="presParOf" srcId="{6660C9A1-F66F-409E-BBD0-F657148E5024}" destId="{4BB39BA3-F718-480D-9508-8B0F365D2762}" srcOrd="1" destOrd="0" presId="urn:microsoft.com/office/officeart/2005/8/layout/orgChart1"/>
    <dgm:cxn modelId="{1A3B484C-1E3C-40E1-87B3-714D200B2312}" type="presParOf" srcId="{4BB39BA3-F718-480D-9508-8B0F365D2762}" destId="{9DAEEB07-33E8-4EFE-AD29-858126F9CFC9}" srcOrd="0" destOrd="0" presId="urn:microsoft.com/office/officeart/2005/8/layout/orgChart1"/>
    <dgm:cxn modelId="{CAB6BF4D-D2CF-4BAB-A00B-1A95D3AADFE8}" type="presParOf" srcId="{4BB39BA3-F718-480D-9508-8B0F365D2762}" destId="{B2D01860-A722-4CE0-90C8-3F32E25B6D54}" srcOrd="1" destOrd="0" presId="urn:microsoft.com/office/officeart/2005/8/layout/orgChart1"/>
    <dgm:cxn modelId="{8250BD2D-D8D9-4DAE-8B0D-5B06EE37E2AF}" type="presParOf" srcId="{B2D01860-A722-4CE0-90C8-3F32E25B6D54}" destId="{47BD111C-3965-4C98-8808-3AD460B7A9E1}" srcOrd="0" destOrd="0" presId="urn:microsoft.com/office/officeart/2005/8/layout/orgChart1"/>
    <dgm:cxn modelId="{871A3D8A-7CA4-4B3C-81A3-75EAD0245911}" type="presParOf" srcId="{47BD111C-3965-4C98-8808-3AD460B7A9E1}" destId="{B27E8572-7DAF-4019-A19D-BB2F6765B31A}" srcOrd="0" destOrd="0" presId="urn:microsoft.com/office/officeart/2005/8/layout/orgChart1"/>
    <dgm:cxn modelId="{48EB3956-E357-453B-B673-4063C905030D}" type="presParOf" srcId="{47BD111C-3965-4C98-8808-3AD460B7A9E1}" destId="{08C5858F-9C4E-4F3D-911B-1FF3EAF251CE}" srcOrd="1" destOrd="0" presId="urn:microsoft.com/office/officeart/2005/8/layout/orgChart1"/>
    <dgm:cxn modelId="{B425F7BB-1D21-44BF-B2A3-205F9D9BCC2D}" type="presParOf" srcId="{B2D01860-A722-4CE0-90C8-3F32E25B6D54}" destId="{1595D608-18D1-4BE6-925C-DF5354BFB8EF}" srcOrd="1" destOrd="0" presId="urn:microsoft.com/office/officeart/2005/8/layout/orgChart1"/>
    <dgm:cxn modelId="{27556248-393B-4ED1-AE23-652C42C35612}" type="presParOf" srcId="{1595D608-18D1-4BE6-925C-DF5354BFB8EF}" destId="{73D6EA9E-29E3-4715-BD49-172AE5422C71}" srcOrd="0" destOrd="0" presId="urn:microsoft.com/office/officeart/2005/8/layout/orgChart1"/>
    <dgm:cxn modelId="{D7C14FA3-B61C-42A4-91FB-377A82425A2B}" type="presParOf" srcId="{1595D608-18D1-4BE6-925C-DF5354BFB8EF}" destId="{DB066174-D86B-4B31-A6E7-067FCBE76388}" srcOrd="1" destOrd="0" presId="urn:microsoft.com/office/officeart/2005/8/layout/orgChart1"/>
    <dgm:cxn modelId="{F6C3D8D3-CD43-47E1-BB08-40E158D5D96F}" type="presParOf" srcId="{DB066174-D86B-4B31-A6E7-067FCBE76388}" destId="{C138957B-2E96-48D3-A8BA-3531B4696FFE}" srcOrd="0" destOrd="0" presId="urn:microsoft.com/office/officeart/2005/8/layout/orgChart1"/>
    <dgm:cxn modelId="{BF9277E4-7B8B-4C10-9CBA-C74B37C9109A}" type="presParOf" srcId="{C138957B-2E96-48D3-A8BA-3531B4696FFE}" destId="{7548273D-6F80-47C3-AB23-71D814046E0B}" srcOrd="0" destOrd="0" presId="urn:microsoft.com/office/officeart/2005/8/layout/orgChart1"/>
    <dgm:cxn modelId="{93CFA12B-E080-4CFE-A366-72DC407F6BC4}" type="presParOf" srcId="{C138957B-2E96-48D3-A8BA-3531B4696FFE}" destId="{41AE9DE5-3478-4B0E-8FB2-6A42307E9B0A}" srcOrd="1" destOrd="0" presId="urn:microsoft.com/office/officeart/2005/8/layout/orgChart1"/>
    <dgm:cxn modelId="{13442D17-47C6-44E7-85AD-E7577A1B8B9D}" type="presParOf" srcId="{DB066174-D86B-4B31-A6E7-067FCBE76388}" destId="{6551083C-CF95-4E17-AD43-8F44CE8D8C4D}" srcOrd="1" destOrd="0" presId="urn:microsoft.com/office/officeart/2005/8/layout/orgChart1"/>
    <dgm:cxn modelId="{76B4817B-FBBF-411D-9FEB-8454D2538813}" type="presParOf" srcId="{DB066174-D86B-4B31-A6E7-067FCBE76388}" destId="{491D7C61-72C6-4917-BDA9-950CABB52F4A}" srcOrd="2" destOrd="0" presId="urn:microsoft.com/office/officeart/2005/8/layout/orgChart1"/>
    <dgm:cxn modelId="{0B836D97-DF92-4F6E-86BF-37AB27BC2721}" type="presParOf" srcId="{B2D01860-A722-4CE0-90C8-3F32E25B6D54}" destId="{A8E985AF-B276-4C71-B43E-04293A2EF9DD}" srcOrd="2" destOrd="0" presId="urn:microsoft.com/office/officeart/2005/8/layout/orgChart1"/>
    <dgm:cxn modelId="{2B53C5D2-57A2-419A-A725-780A90C1894B}" type="presParOf" srcId="{6660C9A1-F66F-409E-BBD0-F657148E5024}" destId="{804E6B56-E3B8-4700-9127-BEE595E30894}" srcOrd="2" destOrd="0" presId="urn:microsoft.com/office/officeart/2005/8/layout/orgChart1"/>
    <dgm:cxn modelId="{6E206783-1B31-4E8A-8CAC-8495E031B1D8}" type="presParOf" srcId="{F8435FB0-9A7C-4E1F-BE0A-AA09AE4F48C3}" destId="{A012BC0C-8E97-438E-9955-5E37F1C2ADE8}" srcOrd="2" destOrd="0" presId="urn:microsoft.com/office/officeart/2005/8/layout/orgChart1"/>
    <dgm:cxn modelId="{C4D7EF03-1C10-4F4B-808F-DA9BAC92F104}" type="presParOf" srcId="{D2D81E2F-E17A-4AFF-A386-F533EB0D838E}" destId="{97D870F6-3A4D-4C92-8AF7-541D01555CC6}" srcOrd="4" destOrd="0" presId="urn:microsoft.com/office/officeart/2005/8/layout/orgChart1"/>
    <dgm:cxn modelId="{BB0D9EAB-D9C3-401D-856F-FA9FD24892F1}" type="presParOf" srcId="{D2D81E2F-E17A-4AFF-A386-F533EB0D838E}" destId="{309E1D88-56AE-4B9C-9548-312DB36A899A}" srcOrd="5" destOrd="0" presId="urn:microsoft.com/office/officeart/2005/8/layout/orgChart1"/>
    <dgm:cxn modelId="{28513B19-349B-462F-B8B9-8E7BC201D059}" type="presParOf" srcId="{309E1D88-56AE-4B9C-9548-312DB36A899A}" destId="{D5181890-E43A-4D75-ABAD-1507B2348B35}" srcOrd="0" destOrd="0" presId="urn:microsoft.com/office/officeart/2005/8/layout/orgChart1"/>
    <dgm:cxn modelId="{58409C97-4F74-4F44-8069-12EB7B7AB2FD}" type="presParOf" srcId="{D5181890-E43A-4D75-ABAD-1507B2348B35}" destId="{BEC92E3A-7E19-42E0-99CF-7931D51CD5EE}" srcOrd="0" destOrd="0" presId="urn:microsoft.com/office/officeart/2005/8/layout/orgChart1"/>
    <dgm:cxn modelId="{5DA801D1-3486-472A-9821-2EC8B8F8A03F}" type="presParOf" srcId="{D5181890-E43A-4D75-ABAD-1507B2348B35}" destId="{3DC279BD-1270-4BBC-91C2-204CA7788907}" srcOrd="1" destOrd="0" presId="urn:microsoft.com/office/officeart/2005/8/layout/orgChart1"/>
    <dgm:cxn modelId="{976869E8-E83F-4DB4-BDCB-C05203B36E1E}" type="presParOf" srcId="{309E1D88-56AE-4B9C-9548-312DB36A899A}" destId="{3E93A806-97B3-42ED-8693-5D4CB76B22AF}" srcOrd="1" destOrd="0" presId="urn:microsoft.com/office/officeart/2005/8/layout/orgChart1"/>
    <dgm:cxn modelId="{F853F2BE-89E2-4F49-8679-4CA62A4D90E2}" type="presParOf" srcId="{3E93A806-97B3-42ED-8693-5D4CB76B22AF}" destId="{500F666E-065D-413F-A473-52D615E2E2E9}" srcOrd="0" destOrd="0" presId="urn:microsoft.com/office/officeart/2005/8/layout/orgChart1"/>
    <dgm:cxn modelId="{8A9F2AA0-A5D3-4964-AC8E-86E302269370}" type="presParOf" srcId="{3E93A806-97B3-42ED-8693-5D4CB76B22AF}" destId="{49B374D7-392B-4850-9DFE-20ED508F6631}" srcOrd="1" destOrd="0" presId="urn:microsoft.com/office/officeart/2005/8/layout/orgChart1"/>
    <dgm:cxn modelId="{B23C981F-9D2D-498C-8298-58E7AC127B1B}" type="presParOf" srcId="{49B374D7-392B-4850-9DFE-20ED508F6631}" destId="{F848AB86-0B89-4BAA-B376-E56F6F821FC5}" srcOrd="0" destOrd="0" presId="urn:microsoft.com/office/officeart/2005/8/layout/orgChart1"/>
    <dgm:cxn modelId="{1F08A226-76B0-4504-89D9-4E14E4625046}" type="presParOf" srcId="{F848AB86-0B89-4BAA-B376-E56F6F821FC5}" destId="{E70030D3-4042-4F51-BEB8-44D0C768C4ED}" srcOrd="0" destOrd="0" presId="urn:microsoft.com/office/officeart/2005/8/layout/orgChart1"/>
    <dgm:cxn modelId="{2FFE0997-28EB-44D0-A320-DDA8229FD995}" type="presParOf" srcId="{F848AB86-0B89-4BAA-B376-E56F6F821FC5}" destId="{22CB5D36-B700-444B-A966-D53AD74B4595}" srcOrd="1" destOrd="0" presId="urn:microsoft.com/office/officeart/2005/8/layout/orgChart1"/>
    <dgm:cxn modelId="{C739CC66-F86C-455A-9B49-F26AAFC6EB2C}" type="presParOf" srcId="{49B374D7-392B-4850-9DFE-20ED508F6631}" destId="{3A9E9DCE-3357-41AE-A2F9-88BB08C07FCA}" srcOrd="1" destOrd="0" presId="urn:microsoft.com/office/officeart/2005/8/layout/orgChart1"/>
    <dgm:cxn modelId="{5DD4F055-5D9A-4D9A-B497-5BF67617415C}" type="presParOf" srcId="{3A9E9DCE-3357-41AE-A2F9-88BB08C07FCA}" destId="{E3D07611-1E3D-4420-80A6-53925C45CAD0}" srcOrd="0" destOrd="0" presId="urn:microsoft.com/office/officeart/2005/8/layout/orgChart1"/>
    <dgm:cxn modelId="{168D39C3-50EE-4132-8B7D-9F050CD8551A}" type="presParOf" srcId="{3A9E9DCE-3357-41AE-A2F9-88BB08C07FCA}" destId="{6855BDFD-ACD7-4819-90C5-09168442F93D}" srcOrd="1" destOrd="0" presId="urn:microsoft.com/office/officeart/2005/8/layout/orgChart1"/>
    <dgm:cxn modelId="{F52C40D2-60E8-4245-9D3D-999C8CEDBFCF}" type="presParOf" srcId="{6855BDFD-ACD7-4819-90C5-09168442F93D}" destId="{0C6B810E-1BA2-4C8C-85BE-C97DC27565FE}" srcOrd="0" destOrd="0" presId="urn:microsoft.com/office/officeart/2005/8/layout/orgChart1"/>
    <dgm:cxn modelId="{9764CCCB-0BBC-4E49-9EF2-329F6D00E630}" type="presParOf" srcId="{0C6B810E-1BA2-4C8C-85BE-C97DC27565FE}" destId="{E4CEC2AB-9DDB-4CF7-81F0-43CFAA3BF7E0}" srcOrd="0" destOrd="0" presId="urn:microsoft.com/office/officeart/2005/8/layout/orgChart1"/>
    <dgm:cxn modelId="{01AE5332-28D7-42CE-A9A7-0AD0060F82C7}" type="presParOf" srcId="{0C6B810E-1BA2-4C8C-85BE-C97DC27565FE}" destId="{64F8440C-FB5B-46A0-A17D-67A95A6D031F}" srcOrd="1" destOrd="0" presId="urn:microsoft.com/office/officeart/2005/8/layout/orgChart1"/>
    <dgm:cxn modelId="{4EC9431E-0F74-4223-8AB0-1DFECF9BDA20}" type="presParOf" srcId="{6855BDFD-ACD7-4819-90C5-09168442F93D}" destId="{8CB19527-567B-4C69-AE44-14C25BB2CEE9}" srcOrd="1" destOrd="0" presId="urn:microsoft.com/office/officeart/2005/8/layout/orgChart1"/>
    <dgm:cxn modelId="{8E0E353D-1F08-4C04-9BCC-07601E2FE18A}" type="presParOf" srcId="{8CB19527-567B-4C69-AE44-14C25BB2CEE9}" destId="{EB27CB4C-3186-40C1-8247-3F1C4986FE17}" srcOrd="0" destOrd="0" presId="urn:microsoft.com/office/officeart/2005/8/layout/orgChart1"/>
    <dgm:cxn modelId="{803D2EC0-B86D-46A8-9676-B61A45B2D831}" type="presParOf" srcId="{8CB19527-567B-4C69-AE44-14C25BB2CEE9}" destId="{B2E618D9-8878-4709-80EC-9DDDA62A2619}" srcOrd="1" destOrd="0" presId="urn:microsoft.com/office/officeart/2005/8/layout/orgChart1"/>
    <dgm:cxn modelId="{CFDE65A6-F4CE-4F09-AC30-E802960902F3}" type="presParOf" srcId="{B2E618D9-8878-4709-80EC-9DDDA62A2619}" destId="{5E84FD33-9997-4C52-B352-CFA9901C8DC6}" srcOrd="0" destOrd="0" presId="urn:microsoft.com/office/officeart/2005/8/layout/orgChart1"/>
    <dgm:cxn modelId="{2E51A2E2-C93E-4942-8CCB-3B9C2CB8C507}" type="presParOf" srcId="{5E84FD33-9997-4C52-B352-CFA9901C8DC6}" destId="{90B2BE09-5F93-47F8-B237-99EA52482F31}" srcOrd="0" destOrd="0" presId="urn:microsoft.com/office/officeart/2005/8/layout/orgChart1"/>
    <dgm:cxn modelId="{EEE6636B-D020-4760-9A95-FEB23D3A7AE2}" type="presParOf" srcId="{5E84FD33-9997-4C52-B352-CFA9901C8DC6}" destId="{888EBF5D-E4CE-464C-BD05-D3F6890FC3C5}" srcOrd="1" destOrd="0" presId="urn:microsoft.com/office/officeart/2005/8/layout/orgChart1"/>
    <dgm:cxn modelId="{7B0C51EE-9EEE-4C3A-BFFC-46BC6ECC4F3D}" type="presParOf" srcId="{B2E618D9-8878-4709-80EC-9DDDA62A2619}" destId="{C04C81F9-A20B-423C-8E0F-1F326BA2241A}" srcOrd="1" destOrd="0" presId="urn:microsoft.com/office/officeart/2005/8/layout/orgChart1"/>
    <dgm:cxn modelId="{0D913E85-D3C1-4121-98FF-03C34A0570D2}" type="presParOf" srcId="{B2E618D9-8878-4709-80EC-9DDDA62A2619}" destId="{13C04EF9-1918-44E4-828E-CEC4836762E5}" srcOrd="2" destOrd="0" presId="urn:microsoft.com/office/officeart/2005/8/layout/orgChart1"/>
    <dgm:cxn modelId="{46C83C8E-F694-4BE3-9814-52FD6A5576DE}" type="presParOf" srcId="{6855BDFD-ACD7-4819-90C5-09168442F93D}" destId="{FF4C8833-2E1E-43EB-AC41-3226CE27F30E}" srcOrd="2" destOrd="0" presId="urn:microsoft.com/office/officeart/2005/8/layout/orgChart1"/>
    <dgm:cxn modelId="{A31990CC-FE4F-42B7-8D01-1EE651080F46}" type="presParOf" srcId="{49B374D7-392B-4850-9DFE-20ED508F6631}" destId="{B9F11A5E-A608-4769-8CB7-00E1187E537D}" srcOrd="2" destOrd="0" presId="urn:microsoft.com/office/officeart/2005/8/layout/orgChart1"/>
    <dgm:cxn modelId="{4262C4B2-C34C-4933-84CB-FAF33EEA402C}" type="presParOf" srcId="{309E1D88-56AE-4B9C-9548-312DB36A899A}" destId="{DB4AB541-A8D0-48FD-95CD-FBE52CEA4100}" srcOrd="2" destOrd="0" presId="urn:microsoft.com/office/officeart/2005/8/layout/orgChart1"/>
    <dgm:cxn modelId="{A5EC9951-5020-4B03-92BF-330A401A67E9}" type="presParOf" srcId="{25356418-C935-43FE-8F0D-2834B21A7814}" destId="{1E540637-979E-424E-9BE3-BF5F46BF6503}" srcOrd="2" destOrd="0" presId="urn:microsoft.com/office/officeart/2005/8/layout/orgChart1"/>
    <dgm:cxn modelId="{E874B215-00A8-4695-AD31-D9444C016501}" type="presParOf" srcId="{1E540637-979E-424E-9BE3-BF5F46BF6503}" destId="{F44E59CB-256A-4F7F-ABB7-38BEC56B44C4}" srcOrd="0" destOrd="0" presId="urn:microsoft.com/office/officeart/2005/8/layout/orgChart1"/>
    <dgm:cxn modelId="{9F4D1EF2-640C-456B-B62F-E4300F9A8253}" type="presParOf" srcId="{1E540637-979E-424E-9BE3-BF5F46BF6503}" destId="{D642A016-7D56-4009-AFB6-680E8E058256}" srcOrd="1" destOrd="0" presId="urn:microsoft.com/office/officeart/2005/8/layout/orgChart1"/>
    <dgm:cxn modelId="{4CB32F26-C3ED-4E14-97F1-2876E80CE76C}" type="presParOf" srcId="{D642A016-7D56-4009-AFB6-680E8E058256}" destId="{1BBC0653-B6C4-469D-B235-67866D9F83CB}" srcOrd="0" destOrd="0" presId="urn:microsoft.com/office/officeart/2005/8/layout/orgChart1"/>
    <dgm:cxn modelId="{34FFEE9E-A92D-4A01-9B24-C8B982149BD1}" type="presParOf" srcId="{1BBC0653-B6C4-469D-B235-67866D9F83CB}" destId="{928EB737-0F27-4133-86DE-FBF0AFF4B3F5}" srcOrd="0" destOrd="0" presId="urn:microsoft.com/office/officeart/2005/8/layout/orgChart1"/>
    <dgm:cxn modelId="{8410E3CA-E371-434F-A6F0-02083FE96097}" type="presParOf" srcId="{1BBC0653-B6C4-469D-B235-67866D9F83CB}" destId="{FBFFAC68-2F1E-4F52-8BAA-6531686DB185}" srcOrd="1" destOrd="0" presId="urn:microsoft.com/office/officeart/2005/8/layout/orgChart1"/>
    <dgm:cxn modelId="{66ED94A4-7856-421C-B745-88C007B46CBF}" type="presParOf" srcId="{D642A016-7D56-4009-AFB6-680E8E058256}" destId="{062D3C69-4C7C-4FDB-8FCD-8630F1C5E763}" srcOrd="1" destOrd="0" presId="urn:microsoft.com/office/officeart/2005/8/layout/orgChart1"/>
    <dgm:cxn modelId="{C47BE8C0-C6F1-4F0D-975F-21605AFD08E7}" type="presParOf" srcId="{D642A016-7D56-4009-AFB6-680E8E058256}" destId="{38EB6B83-31A8-4144-B20E-3609F13408D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E59CB-256A-4F7F-ABB7-38BEC56B44C4}">
      <dsp:nvSpPr>
        <dsp:cNvPr id="0" name=""/>
        <dsp:cNvSpPr/>
      </dsp:nvSpPr>
      <dsp:spPr>
        <a:xfrm>
          <a:off x="2794919" y="498452"/>
          <a:ext cx="253082" cy="174452"/>
        </a:xfrm>
        <a:custGeom>
          <a:avLst/>
          <a:gdLst/>
          <a:ahLst/>
          <a:cxnLst/>
          <a:rect l="0" t="0" r="0" b="0"/>
          <a:pathLst>
            <a:path>
              <a:moveTo>
                <a:pt x="253082" y="0"/>
              </a:moveTo>
              <a:lnTo>
                <a:pt x="253082" y="174452"/>
              </a:lnTo>
              <a:lnTo>
                <a:pt x="0" y="174452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27CB4C-3186-40C1-8247-3F1C4986FE17}">
      <dsp:nvSpPr>
        <dsp:cNvPr id="0" name=""/>
        <dsp:cNvSpPr/>
      </dsp:nvSpPr>
      <dsp:spPr>
        <a:xfrm>
          <a:off x="4436252" y="2609839"/>
          <a:ext cx="180209" cy="3850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5013"/>
              </a:lnTo>
              <a:lnTo>
                <a:pt x="180209" y="385013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D07611-1E3D-4420-80A6-53925C45CAD0}">
      <dsp:nvSpPr>
        <dsp:cNvPr id="0" name=""/>
        <dsp:cNvSpPr/>
      </dsp:nvSpPr>
      <dsp:spPr>
        <a:xfrm>
          <a:off x="4984779" y="1922490"/>
          <a:ext cx="91440" cy="287560"/>
        </a:xfrm>
        <a:custGeom>
          <a:avLst/>
          <a:gdLst/>
          <a:ahLst/>
          <a:cxnLst/>
          <a:rect l="0" t="0" r="0" b="0"/>
          <a:pathLst>
            <a:path>
              <a:moveTo>
                <a:pt x="47648" y="0"/>
              </a:moveTo>
              <a:lnTo>
                <a:pt x="47648" y="203604"/>
              </a:lnTo>
              <a:lnTo>
                <a:pt x="45720" y="203604"/>
              </a:lnTo>
              <a:lnTo>
                <a:pt x="45720" y="287560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F666E-065D-413F-A473-52D615E2E2E9}">
      <dsp:nvSpPr>
        <dsp:cNvPr id="0" name=""/>
        <dsp:cNvSpPr/>
      </dsp:nvSpPr>
      <dsp:spPr>
        <a:xfrm>
          <a:off x="4986708" y="1363952"/>
          <a:ext cx="91440" cy="158748"/>
        </a:xfrm>
        <a:custGeom>
          <a:avLst/>
          <a:gdLst/>
          <a:ahLst/>
          <a:cxnLst/>
          <a:rect l="0" t="0" r="0" b="0"/>
          <a:pathLst>
            <a:path>
              <a:moveTo>
                <a:pt x="68593" y="0"/>
              </a:moveTo>
              <a:lnTo>
                <a:pt x="68593" y="74792"/>
              </a:lnTo>
              <a:lnTo>
                <a:pt x="45720" y="74792"/>
              </a:lnTo>
              <a:lnTo>
                <a:pt x="45720" y="158748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D870F6-3A4D-4C92-8AF7-541D01555CC6}">
      <dsp:nvSpPr>
        <dsp:cNvPr id="0" name=""/>
        <dsp:cNvSpPr/>
      </dsp:nvSpPr>
      <dsp:spPr>
        <a:xfrm>
          <a:off x="3048001" y="498452"/>
          <a:ext cx="2007300" cy="4657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754"/>
              </a:lnTo>
              <a:lnTo>
                <a:pt x="2007300" y="381754"/>
              </a:lnTo>
              <a:lnTo>
                <a:pt x="2007300" y="465710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D6EA9E-29E3-4715-BD49-172AE5422C71}">
      <dsp:nvSpPr>
        <dsp:cNvPr id="0" name=""/>
        <dsp:cNvSpPr/>
      </dsp:nvSpPr>
      <dsp:spPr>
        <a:xfrm>
          <a:off x="2482306" y="2600265"/>
          <a:ext cx="209908" cy="4216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1605"/>
              </a:lnTo>
              <a:lnTo>
                <a:pt x="209908" y="42160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AEEB07-33E8-4EFE-AD29-858126F9CFC9}">
      <dsp:nvSpPr>
        <dsp:cNvPr id="0" name=""/>
        <dsp:cNvSpPr/>
      </dsp:nvSpPr>
      <dsp:spPr>
        <a:xfrm>
          <a:off x="2980159" y="1903943"/>
          <a:ext cx="91440" cy="296531"/>
        </a:xfrm>
        <a:custGeom>
          <a:avLst/>
          <a:gdLst/>
          <a:ahLst/>
          <a:cxnLst/>
          <a:rect l="0" t="0" r="0" b="0"/>
          <a:pathLst>
            <a:path>
              <a:moveTo>
                <a:pt x="67844" y="0"/>
              </a:moveTo>
              <a:lnTo>
                <a:pt x="67844" y="212575"/>
              </a:lnTo>
              <a:lnTo>
                <a:pt x="45720" y="212575"/>
              </a:lnTo>
              <a:lnTo>
                <a:pt x="45720" y="29653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240494-54F1-4E59-BDB8-AFDDD097506E}">
      <dsp:nvSpPr>
        <dsp:cNvPr id="0" name=""/>
        <dsp:cNvSpPr/>
      </dsp:nvSpPr>
      <dsp:spPr>
        <a:xfrm>
          <a:off x="3002283" y="1365319"/>
          <a:ext cx="91440" cy="1388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8834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610DE8-2E44-49BE-93D0-459CF0463478}">
      <dsp:nvSpPr>
        <dsp:cNvPr id="0" name=""/>
        <dsp:cNvSpPr/>
      </dsp:nvSpPr>
      <dsp:spPr>
        <a:xfrm>
          <a:off x="3002281" y="498452"/>
          <a:ext cx="91440" cy="4670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3122"/>
              </a:lnTo>
              <a:lnTo>
                <a:pt x="45721" y="383122"/>
              </a:lnTo>
              <a:lnTo>
                <a:pt x="45721" y="467077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E6E6C3-1D27-4721-8FDA-8031157B4F0B}">
      <dsp:nvSpPr>
        <dsp:cNvPr id="0" name=""/>
        <dsp:cNvSpPr/>
      </dsp:nvSpPr>
      <dsp:spPr>
        <a:xfrm>
          <a:off x="329189" y="2595475"/>
          <a:ext cx="242353" cy="3903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0374"/>
              </a:lnTo>
              <a:lnTo>
                <a:pt x="242353" y="390374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39BC16-65AD-4C8D-B974-A8E89398146A}">
      <dsp:nvSpPr>
        <dsp:cNvPr id="0" name=""/>
        <dsp:cNvSpPr/>
      </dsp:nvSpPr>
      <dsp:spPr>
        <a:xfrm>
          <a:off x="903753" y="1898382"/>
          <a:ext cx="91440" cy="29730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3347"/>
              </a:lnTo>
              <a:lnTo>
                <a:pt x="47191" y="213347"/>
              </a:lnTo>
              <a:lnTo>
                <a:pt x="47191" y="297303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918C4-DCE7-47FF-A7D2-02B6F52FED45}">
      <dsp:nvSpPr>
        <dsp:cNvPr id="0" name=""/>
        <dsp:cNvSpPr/>
      </dsp:nvSpPr>
      <dsp:spPr>
        <a:xfrm>
          <a:off x="896301" y="1363952"/>
          <a:ext cx="91440" cy="1346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685"/>
              </a:lnTo>
              <a:lnTo>
                <a:pt x="53172" y="50685"/>
              </a:lnTo>
              <a:lnTo>
                <a:pt x="53172" y="134641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BB6A0-70C2-42D2-A35E-CEE3DE8F6C60}">
      <dsp:nvSpPr>
        <dsp:cNvPr id="0" name=""/>
        <dsp:cNvSpPr/>
      </dsp:nvSpPr>
      <dsp:spPr>
        <a:xfrm>
          <a:off x="942021" y="498452"/>
          <a:ext cx="2105980" cy="465710"/>
        </a:xfrm>
        <a:custGeom>
          <a:avLst/>
          <a:gdLst/>
          <a:ahLst/>
          <a:cxnLst/>
          <a:rect l="0" t="0" r="0" b="0"/>
          <a:pathLst>
            <a:path>
              <a:moveTo>
                <a:pt x="2105980" y="0"/>
              </a:moveTo>
              <a:lnTo>
                <a:pt x="2105980" y="381754"/>
              </a:lnTo>
              <a:lnTo>
                <a:pt x="0" y="381754"/>
              </a:lnTo>
              <a:lnTo>
                <a:pt x="0" y="465710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737C95-A1FE-4626-9C0F-BE6B1A090EF7}">
      <dsp:nvSpPr>
        <dsp:cNvPr id="0" name=""/>
        <dsp:cNvSpPr/>
      </dsp:nvSpPr>
      <dsp:spPr>
        <a:xfrm>
          <a:off x="2180271" y="98663"/>
          <a:ext cx="1735461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Train Test Split</a:t>
          </a:r>
        </a:p>
      </dsp:txBody>
      <dsp:txXfrm>
        <a:off x="2180271" y="98663"/>
        <a:ext cx="1735461" cy="399789"/>
      </dsp:txXfrm>
    </dsp:sp>
    <dsp:sp modelId="{92BA87F3-5C8D-4CC3-993A-C6F6DDA4C886}">
      <dsp:nvSpPr>
        <dsp:cNvPr id="0" name=""/>
        <dsp:cNvSpPr/>
      </dsp:nvSpPr>
      <dsp:spPr>
        <a:xfrm>
          <a:off x="251385" y="964163"/>
          <a:ext cx="1381272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SVC</a:t>
          </a:r>
        </a:p>
      </dsp:txBody>
      <dsp:txXfrm>
        <a:off x="251385" y="964163"/>
        <a:ext cx="1381272" cy="399789"/>
      </dsp:txXfrm>
    </dsp:sp>
    <dsp:sp modelId="{6A292F4C-43BF-44EC-BEB8-7178C004CB26}">
      <dsp:nvSpPr>
        <dsp:cNvPr id="0" name=""/>
        <dsp:cNvSpPr/>
      </dsp:nvSpPr>
      <dsp:spPr>
        <a:xfrm>
          <a:off x="34423" y="1498593"/>
          <a:ext cx="1830099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Estimator 1…n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Train with Bag (Bootstrapped Train Data) 1…n </a:t>
          </a:r>
        </a:p>
      </dsp:txBody>
      <dsp:txXfrm>
        <a:off x="34423" y="1498593"/>
        <a:ext cx="1830099" cy="399789"/>
      </dsp:txXfrm>
    </dsp:sp>
    <dsp:sp modelId="{4D15E963-244F-47A1-B51D-325B2F2CC2EA}">
      <dsp:nvSpPr>
        <dsp:cNvPr id="0" name=""/>
        <dsp:cNvSpPr/>
      </dsp:nvSpPr>
      <dsp:spPr>
        <a:xfrm>
          <a:off x="173750" y="2195686"/>
          <a:ext cx="1554388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Predict same Test Data with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all 1-n Estimators</a:t>
          </a:r>
        </a:p>
      </dsp:txBody>
      <dsp:txXfrm>
        <a:off x="173750" y="2195686"/>
        <a:ext cx="1554388" cy="399789"/>
      </dsp:txXfrm>
    </dsp:sp>
    <dsp:sp modelId="{153D03C9-9DC1-4E6D-A6D8-80355E109F16}">
      <dsp:nvSpPr>
        <dsp:cNvPr id="0" name=""/>
        <dsp:cNvSpPr/>
      </dsp:nvSpPr>
      <dsp:spPr>
        <a:xfrm>
          <a:off x="571542" y="2785955"/>
          <a:ext cx="799578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Majority Voting</a:t>
          </a:r>
        </a:p>
      </dsp:txBody>
      <dsp:txXfrm>
        <a:off x="571542" y="2785955"/>
        <a:ext cx="799578" cy="399789"/>
      </dsp:txXfrm>
    </dsp:sp>
    <dsp:sp modelId="{EF85A869-1865-4C9F-BCA6-51D5F8A7DF97}">
      <dsp:nvSpPr>
        <dsp:cNvPr id="0" name=""/>
        <dsp:cNvSpPr/>
      </dsp:nvSpPr>
      <dsp:spPr>
        <a:xfrm>
          <a:off x="2238278" y="965530"/>
          <a:ext cx="1619450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Decision Tree</a:t>
          </a:r>
        </a:p>
      </dsp:txBody>
      <dsp:txXfrm>
        <a:off x="2238278" y="965530"/>
        <a:ext cx="1619450" cy="399789"/>
      </dsp:txXfrm>
    </dsp:sp>
    <dsp:sp modelId="{D24690EA-0E84-4000-92C8-C9B4988E8E79}">
      <dsp:nvSpPr>
        <dsp:cNvPr id="0" name=""/>
        <dsp:cNvSpPr/>
      </dsp:nvSpPr>
      <dsp:spPr>
        <a:xfrm>
          <a:off x="2108690" y="1504154"/>
          <a:ext cx="1878626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Estimator 1…n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Train with Bag (Bootstrapped Train Data) 1…n </a:t>
          </a:r>
        </a:p>
      </dsp:txBody>
      <dsp:txXfrm>
        <a:off x="2108690" y="1504154"/>
        <a:ext cx="1878626" cy="399789"/>
      </dsp:txXfrm>
    </dsp:sp>
    <dsp:sp modelId="{B27E8572-7DAF-4019-A19D-BB2F6765B31A}">
      <dsp:nvSpPr>
        <dsp:cNvPr id="0" name=""/>
        <dsp:cNvSpPr/>
      </dsp:nvSpPr>
      <dsp:spPr>
        <a:xfrm>
          <a:off x="2346413" y="2200475"/>
          <a:ext cx="1358931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Predict same Test Data with all 1-n Estimators</a:t>
          </a:r>
        </a:p>
      </dsp:txBody>
      <dsp:txXfrm>
        <a:off x="2346413" y="2200475"/>
        <a:ext cx="1358931" cy="399789"/>
      </dsp:txXfrm>
    </dsp:sp>
    <dsp:sp modelId="{7548273D-6F80-47C3-AB23-71D814046E0B}">
      <dsp:nvSpPr>
        <dsp:cNvPr id="0" name=""/>
        <dsp:cNvSpPr/>
      </dsp:nvSpPr>
      <dsp:spPr>
        <a:xfrm>
          <a:off x="2692215" y="2821976"/>
          <a:ext cx="799578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Majority Voting</a:t>
          </a:r>
        </a:p>
      </dsp:txBody>
      <dsp:txXfrm>
        <a:off x="2692215" y="2821976"/>
        <a:ext cx="799578" cy="399789"/>
      </dsp:txXfrm>
    </dsp:sp>
    <dsp:sp modelId="{BEC92E3A-7E19-42E0-99CF-7931D51CD5EE}">
      <dsp:nvSpPr>
        <dsp:cNvPr id="0" name=""/>
        <dsp:cNvSpPr/>
      </dsp:nvSpPr>
      <dsp:spPr>
        <a:xfrm>
          <a:off x="4248187" y="964163"/>
          <a:ext cx="1614229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Random Forest</a:t>
          </a:r>
        </a:p>
      </dsp:txBody>
      <dsp:txXfrm>
        <a:off x="4248187" y="964163"/>
        <a:ext cx="1614229" cy="399789"/>
      </dsp:txXfrm>
    </dsp:sp>
    <dsp:sp modelId="{E70030D3-4042-4F51-BEB8-44D0C768C4ED}">
      <dsp:nvSpPr>
        <dsp:cNvPr id="0" name=""/>
        <dsp:cNvSpPr/>
      </dsp:nvSpPr>
      <dsp:spPr>
        <a:xfrm>
          <a:off x="4048646" y="1522700"/>
          <a:ext cx="1967563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Estimator 1…n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Train with Bag (Bootstrapped Train Data) 1…n </a:t>
          </a:r>
        </a:p>
      </dsp:txBody>
      <dsp:txXfrm>
        <a:off x="4048646" y="1522700"/>
        <a:ext cx="1967563" cy="399789"/>
      </dsp:txXfrm>
    </dsp:sp>
    <dsp:sp modelId="{E4CEC2AB-9DDB-4CF7-81F0-43CFAA3BF7E0}">
      <dsp:nvSpPr>
        <dsp:cNvPr id="0" name=""/>
        <dsp:cNvSpPr/>
      </dsp:nvSpPr>
      <dsp:spPr>
        <a:xfrm>
          <a:off x="4287690" y="2210050"/>
          <a:ext cx="1485617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Predict same Test Data with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all 1-n Estimators</a:t>
          </a:r>
        </a:p>
      </dsp:txBody>
      <dsp:txXfrm>
        <a:off x="4287690" y="2210050"/>
        <a:ext cx="1485617" cy="399789"/>
      </dsp:txXfrm>
    </dsp:sp>
    <dsp:sp modelId="{90B2BE09-5F93-47F8-B237-99EA52482F31}">
      <dsp:nvSpPr>
        <dsp:cNvPr id="0" name=""/>
        <dsp:cNvSpPr/>
      </dsp:nvSpPr>
      <dsp:spPr>
        <a:xfrm>
          <a:off x="4616461" y="2794958"/>
          <a:ext cx="799578" cy="3997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Majority Voting</a:t>
          </a:r>
        </a:p>
      </dsp:txBody>
      <dsp:txXfrm>
        <a:off x="4616461" y="2794958"/>
        <a:ext cx="799578" cy="399789"/>
      </dsp:txXfrm>
    </dsp:sp>
    <dsp:sp modelId="{928EB737-0F27-4133-86DE-FBF0AFF4B3F5}">
      <dsp:nvSpPr>
        <dsp:cNvPr id="0" name=""/>
        <dsp:cNvSpPr/>
      </dsp:nvSpPr>
      <dsp:spPr>
        <a:xfrm>
          <a:off x="1995340" y="544726"/>
          <a:ext cx="799578" cy="2563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Standardization Train data</a:t>
          </a:r>
        </a:p>
      </dsp:txBody>
      <dsp:txXfrm>
        <a:off x="1995340" y="544726"/>
        <a:ext cx="799578" cy="256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44fcf2d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b44fcf2d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One imporant aspect of such a framework is who the end-user is? i.e. the person who makes the judgement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44fcf2dec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44fcf2dec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44fcf2dec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44fcf2dec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3d6629f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3d6629f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3d6629f1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3d6629f1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44fcf2dec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44fcf2dec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4f806cb9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4f806cb9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44fcf2dec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44fcf2dec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44fcf2dec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44fcf2dec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44fcf2dec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44fcf2dec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40f63f0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40f63f0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0">
  <p:cSld name="Title Only 0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75225" y="266616"/>
            <a:ext cx="7567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511065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311700" y="567925"/>
            <a:ext cx="8520600" cy="222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Classification using Smart Watch Data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supervised Learning</a:t>
            </a:r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311700" y="357350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Pascal Luc &amp; Patrick Vagenknecht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15"/>
          <p:cNvCxnSpPr>
            <a:stCxn id="64" idx="1"/>
            <a:endCxn id="65" idx="3"/>
          </p:cNvCxnSpPr>
          <p:nvPr/>
        </p:nvCxnSpPr>
        <p:spPr>
          <a:xfrm rot="10800000">
            <a:off x="1430601" y="2972939"/>
            <a:ext cx="5845500" cy="9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75225" y="266615"/>
            <a:ext cx="75675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800"/>
              <a:buNone/>
            </a:pPr>
            <a:r>
              <a:rPr lang="en" sz="2000" b="0">
                <a:solidFill>
                  <a:srgbClr val="363636"/>
                </a:solidFill>
              </a:rPr>
              <a:t>Idea canvas – Complete MLOps canvas</a:t>
            </a:r>
            <a:endParaRPr sz="2000" b="0">
              <a:solidFill>
                <a:srgbClr val="363636"/>
              </a:solidFill>
            </a:endParaRPr>
          </a:p>
        </p:txBody>
      </p:sp>
      <p:pic>
        <p:nvPicPr>
          <p:cNvPr id="67" name="Google Shape;67;p15" descr="Arrow circle out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0669" y="3761471"/>
            <a:ext cx="421867" cy="4218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15"/>
          <p:cNvGrpSpPr/>
          <p:nvPr/>
        </p:nvGrpSpPr>
        <p:grpSpPr>
          <a:xfrm>
            <a:off x="7276101" y="2487302"/>
            <a:ext cx="977338" cy="989874"/>
            <a:chOff x="5409690" y="1585724"/>
            <a:chExt cx="1205400" cy="1205400"/>
          </a:xfrm>
        </p:grpSpPr>
        <p:sp>
          <p:nvSpPr>
            <p:cNvPr id="64" name="Google Shape;64;p15"/>
            <p:cNvSpPr/>
            <p:nvPr/>
          </p:nvSpPr>
          <p:spPr>
            <a:xfrm>
              <a:off x="5409690" y="1585724"/>
              <a:ext cx="1205400" cy="12054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5586200" y="1762234"/>
              <a:ext cx="852300" cy="8523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/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3224910" y="4180132"/>
            <a:ext cx="784233" cy="640188"/>
            <a:chOff x="5409690" y="1585724"/>
            <a:chExt cx="1205400" cy="1205400"/>
          </a:xfrm>
        </p:grpSpPr>
        <p:sp>
          <p:nvSpPr>
            <p:cNvPr id="71" name="Google Shape;71;p15"/>
            <p:cNvSpPr/>
            <p:nvPr/>
          </p:nvSpPr>
          <p:spPr>
            <a:xfrm>
              <a:off x="5409690" y="1585724"/>
              <a:ext cx="1205400" cy="12054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5586200" y="1762234"/>
              <a:ext cx="852300" cy="8523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Training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" name="Google Shape;73;p15"/>
          <p:cNvCxnSpPr>
            <a:stCxn id="65" idx="3"/>
            <a:endCxn id="74" idx="2"/>
          </p:cNvCxnSpPr>
          <p:nvPr/>
        </p:nvCxnSpPr>
        <p:spPr>
          <a:xfrm rot="10800000" flipH="1">
            <a:off x="1430452" y="2118334"/>
            <a:ext cx="2177400" cy="854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" name="Google Shape;75;p15"/>
          <p:cNvCxnSpPr>
            <a:stCxn id="76" idx="1"/>
            <a:endCxn id="74" idx="2"/>
          </p:cNvCxnSpPr>
          <p:nvPr/>
        </p:nvCxnSpPr>
        <p:spPr>
          <a:xfrm rot="10800000">
            <a:off x="3607945" y="2118451"/>
            <a:ext cx="1946400" cy="854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" name="Google Shape;77;p15"/>
          <p:cNvCxnSpPr>
            <a:stCxn id="76" idx="1"/>
            <a:endCxn id="71" idx="0"/>
          </p:cNvCxnSpPr>
          <p:nvPr/>
        </p:nvCxnSpPr>
        <p:spPr>
          <a:xfrm flipH="1">
            <a:off x="3616945" y="2973151"/>
            <a:ext cx="1937400" cy="1206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" name="Google Shape;78;p15"/>
          <p:cNvCxnSpPr>
            <a:stCxn id="65" idx="3"/>
            <a:endCxn id="71" idx="0"/>
          </p:cNvCxnSpPr>
          <p:nvPr/>
        </p:nvCxnSpPr>
        <p:spPr>
          <a:xfrm>
            <a:off x="1430452" y="2973034"/>
            <a:ext cx="2186700" cy="1207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" name="Google Shape;79;p15"/>
          <p:cNvCxnSpPr>
            <a:stCxn id="74" idx="2"/>
            <a:endCxn id="71" idx="0"/>
          </p:cNvCxnSpPr>
          <p:nvPr/>
        </p:nvCxnSpPr>
        <p:spPr>
          <a:xfrm>
            <a:off x="3607864" y="2118350"/>
            <a:ext cx="9300" cy="2061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0" name="Google Shape;80;p15"/>
          <p:cNvGrpSpPr/>
          <p:nvPr/>
        </p:nvGrpSpPr>
        <p:grpSpPr>
          <a:xfrm>
            <a:off x="5554345" y="2539629"/>
            <a:ext cx="864754" cy="867044"/>
            <a:chOff x="5409690" y="1585724"/>
            <a:chExt cx="1205400" cy="1205400"/>
          </a:xfrm>
        </p:grpSpPr>
        <p:sp>
          <p:nvSpPr>
            <p:cNvPr id="76" name="Google Shape;76;p15"/>
            <p:cNvSpPr/>
            <p:nvPr/>
          </p:nvSpPr>
          <p:spPr>
            <a:xfrm>
              <a:off x="5409690" y="1585724"/>
              <a:ext cx="1205400" cy="12054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5586200" y="1762234"/>
              <a:ext cx="852300" cy="8523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Action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82;p15"/>
          <p:cNvGrpSpPr/>
          <p:nvPr/>
        </p:nvGrpSpPr>
        <p:grpSpPr>
          <a:xfrm>
            <a:off x="3007851" y="2457511"/>
            <a:ext cx="1234330" cy="1031220"/>
            <a:chOff x="5409690" y="1585724"/>
            <a:chExt cx="1205400" cy="1205400"/>
          </a:xfrm>
        </p:grpSpPr>
        <p:sp>
          <p:nvSpPr>
            <p:cNvPr id="83" name="Google Shape;83;p15"/>
            <p:cNvSpPr/>
            <p:nvPr/>
          </p:nvSpPr>
          <p:spPr>
            <a:xfrm>
              <a:off x="5409690" y="1585724"/>
              <a:ext cx="1205400" cy="12054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5548472" y="1762234"/>
              <a:ext cx="890100" cy="8937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Prediction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777728" y="2652940"/>
            <a:ext cx="652724" cy="640188"/>
            <a:chOff x="5409662" y="1585724"/>
            <a:chExt cx="1205400" cy="1205400"/>
          </a:xfrm>
        </p:grpSpPr>
        <p:sp>
          <p:nvSpPr>
            <p:cNvPr id="65" name="Google Shape;65;p15"/>
            <p:cNvSpPr/>
            <p:nvPr/>
          </p:nvSpPr>
          <p:spPr>
            <a:xfrm>
              <a:off x="5409662" y="1585724"/>
              <a:ext cx="1205400" cy="12054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586200" y="1762233"/>
              <a:ext cx="852300" cy="8523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3030900" y="1013239"/>
            <a:ext cx="1153929" cy="1105111"/>
            <a:chOff x="5409690" y="1585724"/>
            <a:chExt cx="1205400" cy="1205400"/>
          </a:xfrm>
        </p:grpSpPr>
        <p:sp>
          <p:nvSpPr>
            <p:cNvPr id="74" name="Google Shape;74;p15"/>
            <p:cNvSpPr/>
            <p:nvPr/>
          </p:nvSpPr>
          <p:spPr>
            <a:xfrm>
              <a:off x="5409690" y="1585724"/>
              <a:ext cx="1205400" cy="12054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5535861" y="1744292"/>
              <a:ext cx="902700" cy="870300"/>
            </a:xfrm>
            <a:prstGeom prst="roundRect">
              <a:avLst>
                <a:gd name="adj" fmla="val 16667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Judgement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9" name="Google Shape;89;p15"/>
          <p:cNvCxnSpPr>
            <a:stCxn id="64" idx="2"/>
            <a:endCxn id="71" idx="3"/>
          </p:cNvCxnSpPr>
          <p:nvPr/>
        </p:nvCxnSpPr>
        <p:spPr>
          <a:xfrm rot="5400000">
            <a:off x="5375420" y="2110826"/>
            <a:ext cx="1023000" cy="37557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0" name="Google Shape;90;p15"/>
          <p:cNvSpPr txBox="1"/>
          <p:nvPr/>
        </p:nvSpPr>
        <p:spPr>
          <a:xfrm>
            <a:off x="5548343" y="4209975"/>
            <a:ext cx="118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353631" y="4195702"/>
            <a:ext cx="555567" cy="588313"/>
          </a:xfrm>
          <a:prstGeom prst="flowChartDecis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828441" y="2706791"/>
            <a:ext cx="555567" cy="486459"/>
          </a:xfrm>
          <a:prstGeom prst="flowChartDecis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783081" y="3734834"/>
            <a:ext cx="555567" cy="486459"/>
          </a:xfrm>
          <a:prstGeom prst="flowChartDecis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375223" y="596343"/>
            <a:ext cx="457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36363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201879" y="1642237"/>
            <a:ext cx="1153800" cy="1024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FF9300"/>
                </a:solidFill>
                <a:latin typeface="Arial"/>
                <a:ea typeface="Arial"/>
                <a:cs typeface="Arial"/>
                <a:sym typeface="Arial"/>
              </a:rPr>
              <a:t>Target = Predict faults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1265988" y="3246547"/>
            <a:ext cx="1578600" cy="1267200"/>
          </a:xfrm>
          <a:prstGeom prst="foldedCorner">
            <a:avLst>
              <a:gd name="adj" fmla="val 16667"/>
            </a:avLst>
          </a:prstGeom>
          <a:solidFill>
            <a:srgbClr val="FF9300"/>
          </a:solidFill>
          <a:ln w="19050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Heart Beat Per Minute</a:t>
            </a:r>
            <a:endParaRPr/>
          </a:p>
          <a:p>
            <a:pPr marL="0" marR="0" lvl="0" indent="0" algn="l" rtl="0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Exercise Type</a:t>
            </a:r>
            <a:endParaRPr/>
          </a:p>
          <a:p>
            <a:pPr marL="0" marR="0" lvl="0" indent="0" algn="l" rtl="0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Repetitions</a:t>
            </a:r>
            <a:endParaRPr/>
          </a:p>
          <a:p>
            <a:pPr marL="0" marR="0" lvl="0" indent="0" algn="l" rtl="0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/>
          </a:p>
          <a:p>
            <a:pPr marL="0" marR="0" lvl="0" indent="0" algn="l" rtl="0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(Gyro Data, X, Y, Z, angular velocity of handwrist)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4012458" y="2259396"/>
            <a:ext cx="1554300" cy="1092900"/>
          </a:xfrm>
          <a:prstGeom prst="foldedCorner">
            <a:avLst>
              <a:gd name="adj" fmla="val 16667"/>
            </a:avLst>
          </a:prstGeom>
          <a:solidFill>
            <a:srgbClr val="FF9300"/>
          </a:solidFill>
          <a:ln w="19050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-Exercise Type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-Amount of Repetitions / duration of set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-Pause in between Sets (and other Anomalies)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-Goals for next workout</a:t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5847209" y="1851620"/>
            <a:ext cx="1481700" cy="661800"/>
          </a:xfrm>
          <a:prstGeom prst="foldedCorner">
            <a:avLst>
              <a:gd name="adj" fmla="val 16667"/>
            </a:avLst>
          </a:prstGeom>
          <a:solidFill>
            <a:srgbClr val="FF9300"/>
          </a:solidFill>
          <a:ln w="19050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Adjust intensity with Additional / Less Weights / Repetitions</a:t>
            </a:r>
            <a:endParaRPr dirty="0"/>
          </a:p>
        </p:txBody>
      </p:sp>
      <p:sp>
        <p:nvSpPr>
          <p:cNvPr id="99" name="Google Shape;99;p15"/>
          <p:cNvSpPr/>
          <p:nvPr/>
        </p:nvSpPr>
        <p:spPr>
          <a:xfrm>
            <a:off x="7617552" y="1015612"/>
            <a:ext cx="1482900" cy="1286100"/>
          </a:xfrm>
          <a:prstGeom prst="foldedCorner">
            <a:avLst>
              <a:gd name="adj" fmla="val 16667"/>
            </a:avLst>
          </a:prstGeom>
          <a:solidFill>
            <a:srgbClr val="FF9300"/>
          </a:solidFill>
          <a:ln w="19050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Ommited notetaking:</a:t>
            </a:r>
            <a:endParaRPr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Progresstracking without distraction.</a:t>
            </a:r>
            <a:endParaRPr dirty="0"/>
          </a:p>
          <a:p>
            <a:pPr marL="0" marR="0" lvl="0" indent="0" algn="l" rtl="0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Full concentration on excecution, objective and accurate intensity representation</a:t>
            </a:r>
          </a:p>
          <a:p>
            <a:pPr lvl="0">
              <a:lnSpc>
                <a:spcPct val="112999"/>
              </a:lnSpc>
            </a:pPr>
            <a:r>
              <a:rPr lang="en" sz="900" dirty="0">
                <a:solidFill>
                  <a:schemeClr val="lt1"/>
                </a:solidFill>
              </a:rPr>
              <a:t>Immediate (audio) feedback</a:t>
            </a:r>
            <a:endParaRPr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6942080" y="3631910"/>
            <a:ext cx="1723500" cy="1486800"/>
          </a:xfrm>
          <a:prstGeom prst="foldedCorner">
            <a:avLst>
              <a:gd name="adj" fmla="val 16667"/>
            </a:avLst>
          </a:prstGeom>
          <a:solidFill>
            <a:srgbClr val="FF9300"/>
          </a:solidFill>
          <a:ln w="19050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Injuries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Overexhaustion (unfit for next workout)</a:t>
            </a:r>
            <a:endParaRPr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cancelation of sets</a:t>
            </a:r>
            <a:endParaRPr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Less improvement (intensity too low)</a:t>
            </a:r>
            <a:endParaRPr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Wasted Time (Junk Volumes)</a:t>
            </a:r>
            <a:endParaRPr dirty="0"/>
          </a:p>
        </p:txBody>
      </p:sp>
      <p:sp>
        <p:nvSpPr>
          <p:cNvPr id="101" name="Google Shape;101;p15"/>
          <p:cNvSpPr/>
          <p:nvPr/>
        </p:nvSpPr>
        <p:spPr>
          <a:xfrm>
            <a:off x="4122790" y="1057679"/>
            <a:ext cx="1554000" cy="975600"/>
          </a:xfrm>
          <a:prstGeom prst="foldedCorner">
            <a:avLst>
              <a:gd name="adj" fmla="val 16667"/>
            </a:avLst>
          </a:prstGeom>
          <a:solidFill>
            <a:srgbClr val="FF9300"/>
          </a:solidFill>
          <a:ln w="19050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Review prediction and Note down erroneous results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Validate according user feedbacks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Plausibility checks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3707321" y="3518266"/>
            <a:ext cx="2036700" cy="1587534"/>
          </a:xfrm>
          <a:prstGeom prst="foldedCorner">
            <a:avLst>
              <a:gd name="adj" fmla="val 16667"/>
            </a:avLst>
          </a:prstGeom>
          <a:solidFill>
            <a:srgbClr val="FF9300"/>
          </a:solidFill>
          <a:ln w="19050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Adjust Model according to the constitution of individuals</a:t>
            </a:r>
            <a:endParaRPr dirty="0"/>
          </a:p>
          <a:p>
            <a:pPr marL="0" marR="0" lvl="0" indent="0" algn="ctr" rtl="0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(mood, prev workout performance, ground heart beat rate, sleep)</a:t>
            </a:r>
            <a:endParaRPr dirty="0"/>
          </a:p>
          <a:p>
            <a:pPr marL="0" marR="0" lvl="0" indent="0" algn="ctr" rtl="0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Lower or higher threshold / strictness of completion set goals (to be able to move to next stage)</a:t>
            </a:r>
            <a:endParaRPr dirty="0"/>
          </a:p>
          <a:p>
            <a:pPr marL="0" marR="0" lvl="0" indent="0" algn="ctr" rtl="0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User Input / Corrections (type, repetitions, weights)</a:t>
            </a:r>
            <a:endParaRPr dirty="0"/>
          </a:p>
        </p:txBody>
      </p:sp>
      <p:pic>
        <p:nvPicPr>
          <p:cNvPr id="103" name="Google Shape;103;p15" descr="A picture containing bar cha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0476" y="-1"/>
            <a:ext cx="1065009" cy="5472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375223" y="625688"/>
            <a:ext cx="71535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363636"/>
                </a:solidFill>
                <a:latin typeface="Open Sans"/>
                <a:ea typeface="Open Sans"/>
                <a:cs typeface="Open Sans"/>
                <a:sym typeface="Open Sans"/>
              </a:rPr>
              <a:t>Use-case</a:t>
            </a:r>
            <a:r>
              <a:rPr lang="en" sz="1200" b="0" i="0" u="none" strike="noStrike" cap="none" dirty="0">
                <a:solidFill>
                  <a:srgbClr val="363636"/>
                </a:solidFill>
                <a:latin typeface="Open Sans"/>
                <a:ea typeface="Open Sans"/>
                <a:cs typeface="Open Sans"/>
                <a:sym typeface="Open Sans"/>
              </a:rPr>
              <a:t> – Resistance Training Exercise Recognition based on Smart / Fitness Watch Information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363636"/>
                </a:solidFill>
                <a:latin typeface="Open Sans"/>
                <a:ea typeface="Open Sans"/>
                <a:cs typeface="Open Sans"/>
                <a:sym typeface="Open Sans"/>
              </a:rPr>
              <a:t>Benefits</a:t>
            </a:r>
            <a:r>
              <a:rPr lang="en" sz="1200" b="0" i="0" u="none" strike="noStrike" cap="none" dirty="0">
                <a:solidFill>
                  <a:srgbClr val="363636"/>
                </a:solidFill>
                <a:latin typeface="Open Sans"/>
                <a:ea typeface="Open Sans"/>
                <a:cs typeface="Open Sans"/>
                <a:sym typeface="Open Sans"/>
              </a:rPr>
              <a:t> – Consistency checks and appropriate intensity adjustment</a:t>
            </a:r>
            <a:endParaRPr sz="1200" b="0" i="0" u="none" strike="noStrike" cap="none" dirty="0">
              <a:solidFill>
                <a:srgbClr val="36363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8511065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375225" y="266634"/>
            <a:ext cx="7567500" cy="59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Dataflow</a:t>
            </a:r>
            <a:endParaRPr/>
          </a:p>
        </p:txBody>
      </p:sp>
      <p:cxnSp>
        <p:nvCxnSpPr>
          <p:cNvPr id="112" name="Google Shape;112;p16"/>
          <p:cNvCxnSpPr/>
          <p:nvPr/>
        </p:nvCxnSpPr>
        <p:spPr>
          <a:xfrm rot="10800000" flipH="1">
            <a:off x="1141200" y="2899594"/>
            <a:ext cx="685800" cy="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16"/>
          <p:cNvCxnSpPr/>
          <p:nvPr/>
        </p:nvCxnSpPr>
        <p:spPr>
          <a:xfrm rot="10800000" flipH="1">
            <a:off x="4288763" y="3917556"/>
            <a:ext cx="685800" cy="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4" name="Google Shape;114;p16"/>
          <p:cNvSpPr txBox="1"/>
          <p:nvPr/>
        </p:nvSpPr>
        <p:spPr>
          <a:xfrm>
            <a:off x="921550" y="2481719"/>
            <a:ext cx="12591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bluetooth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004813" y="3194281"/>
            <a:ext cx="1615800" cy="7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Extract and upload CSV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6" name="Google Shape;116;p16"/>
          <p:cNvCxnSpPr/>
          <p:nvPr/>
        </p:nvCxnSpPr>
        <p:spPr>
          <a:xfrm rot="10800000" flipH="1">
            <a:off x="6635475" y="4359319"/>
            <a:ext cx="685800" cy="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" name="Google Shape;117;p16"/>
          <p:cNvSpPr txBox="1"/>
          <p:nvPr/>
        </p:nvSpPr>
        <p:spPr>
          <a:xfrm>
            <a:off x="6377800" y="3841144"/>
            <a:ext cx="1543500" cy="11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Download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1905" y="1434352"/>
            <a:ext cx="1720900" cy="193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179355" y="1044052"/>
            <a:ext cx="3844500" cy="11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2. Annotations: Google Sheets</a:t>
            </a: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1675" y="4058424"/>
            <a:ext cx="1720901" cy="88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title="IMG_20260102_103935.jpg"/>
          <p:cNvPicPr preferRelativeResize="0"/>
          <p:nvPr/>
        </p:nvPicPr>
        <p:blipFill rotWithShape="1">
          <a:blip r:embed="rId5">
            <a:alphaModFix/>
          </a:blip>
          <a:srcRect l="23851" t="21274" r="30605" b="13566"/>
          <a:stretch/>
        </p:blipFill>
        <p:spPr>
          <a:xfrm>
            <a:off x="289300" y="2085269"/>
            <a:ext cx="685800" cy="2181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6"/>
          <p:cNvGrpSpPr/>
          <p:nvPr/>
        </p:nvGrpSpPr>
        <p:grpSpPr>
          <a:xfrm>
            <a:off x="2063975" y="2332344"/>
            <a:ext cx="1725299" cy="2112608"/>
            <a:chOff x="2043650" y="1528025"/>
            <a:chExt cx="1725299" cy="2112608"/>
          </a:xfrm>
        </p:grpSpPr>
        <p:pic>
          <p:nvPicPr>
            <p:cNvPr id="123" name="Google Shape;123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43650" y="1528025"/>
              <a:ext cx="1725299" cy="21126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6" title="Screenshot_2026-01-02-10-42-39-111_com.kelvin.sensorapp.jp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807825" y="1583675"/>
              <a:ext cx="905412" cy="201331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5" name="Google Shape;125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62000" y="3807319"/>
            <a:ext cx="1021371" cy="913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9300" y="1074242"/>
            <a:ext cx="2782647" cy="9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246425" y="717219"/>
            <a:ext cx="44178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1. Sensor Data: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375225" y="266634"/>
            <a:ext cx="7567500" cy="5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1834"/>
            <a:ext cx="8839199" cy="3500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247200" y="31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example: Crossover dumbbell raise</a:t>
            </a:r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4911"/>
            <a:ext cx="9144001" cy="362182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7528100" y="656525"/>
            <a:ext cx="226200" cy="233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7603850" y="904075"/>
            <a:ext cx="486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7595725" y="1239450"/>
            <a:ext cx="486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7603850" y="1239450"/>
            <a:ext cx="486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/>
          <p:nvPr/>
        </p:nvSpPr>
        <p:spPr>
          <a:xfrm rot="-2473888">
            <a:off x="7672210" y="936922"/>
            <a:ext cx="35503" cy="15364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8"/>
          <p:cNvSpPr/>
          <p:nvPr/>
        </p:nvSpPr>
        <p:spPr>
          <a:xfrm rot="-7429325">
            <a:off x="7798213" y="929501"/>
            <a:ext cx="36111" cy="21317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7855300" y="890225"/>
            <a:ext cx="109500" cy="137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6705075" y="656525"/>
            <a:ext cx="215100" cy="233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6778225" y="917000"/>
            <a:ext cx="486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6778225" y="1252375"/>
            <a:ext cx="486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"/>
          <p:cNvSpPr/>
          <p:nvPr/>
        </p:nvSpPr>
        <p:spPr>
          <a:xfrm rot="2101899">
            <a:off x="6745649" y="913469"/>
            <a:ext cx="35538" cy="15345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8"/>
          <p:cNvSpPr/>
          <p:nvPr/>
        </p:nvSpPr>
        <p:spPr>
          <a:xfrm rot="-2840648">
            <a:off x="6752909" y="1011639"/>
            <a:ext cx="36305" cy="21337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/>
          <p:nvPr/>
        </p:nvSpPr>
        <p:spPr>
          <a:xfrm rot="4592088">
            <a:off x="6813011" y="1122798"/>
            <a:ext cx="109510" cy="13766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 rot="10800000">
            <a:off x="6696575" y="867700"/>
            <a:ext cx="20400" cy="13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9"/>
          <p:cNvSpPr/>
          <p:nvPr/>
        </p:nvSpPr>
        <p:spPr>
          <a:xfrm rot="10800000">
            <a:off x="8131425" y="880650"/>
            <a:ext cx="20400" cy="13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9"/>
          <p:cNvSpPr/>
          <p:nvPr/>
        </p:nvSpPr>
        <p:spPr>
          <a:xfrm rot="5400000">
            <a:off x="8123482" y="892512"/>
            <a:ext cx="36300" cy="213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title"/>
          </p:nvPr>
        </p:nvSpPr>
        <p:spPr>
          <a:xfrm>
            <a:off x="152325" y="255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Example: Bench pullover </a:t>
            </a:r>
            <a:endParaRPr/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9645"/>
            <a:ext cx="9144001" cy="38664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 rot="-5400000">
            <a:off x="7738781" y="712606"/>
            <a:ext cx="226200" cy="233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9"/>
          <p:cNvSpPr/>
          <p:nvPr/>
        </p:nvSpPr>
        <p:spPr>
          <a:xfrm rot="-5400000">
            <a:off x="8151931" y="648856"/>
            <a:ext cx="486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9"/>
          <p:cNvSpPr/>
          <p:nvPr/>
        </p:nvSpPr>
        <p:spPr>
          <a:xfrm rot="-3596853">
            <a:off x="8503532" y="742413"/>
            <a:ext cx="48523" cy="38736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9"/>
          <p:cNvSpPr/>
          <p:nvPr/>
        </p:nvSpPr>
        <p:spPr>
          <a:xfrm rot="9427162">
            <a:off x="7957481" y="703826"/>
            <a:ext cx="35493" cy="15374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9"/>
          <p:cNvSpPr/>
          <p:nvPr/>
        </p:nvSpPr>
        <p:spPr>
          <a:xfrm rot="8770675">
            <a:off x="7876262" y="533926"/>
            <a:ext cx="36111" cy="21317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9"/>
          <p:cNvSpPr/>
          <p:nvPr/>
        </p:nvSpPr>
        <p:spPr>
          <a:xfrm rot="-5400000">
            <a:off x="6315606" y="693381"/>
            <a:ext cx="215100" cy="233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9"/>
          <p:cNvSpPr/>
          <p:nvPr/>
        </p:nvSpPr>
        <p:spPr>
          <a:xfrm rot="-5400000">
            <a:off x="6736131" y="626681"/>
            <a:ext cx="486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9"/>
          <p:cNvSpPr/>
          <p:nvPr/>
        </p:nvSpPr>
        <p:spPr>
          <a:xfrm rot="-4005301">
            <a:off x="7113192" y="706693"/>
            <a:ext cx="48649" cy="38738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9"/>
          <p:cNvSpPr/>
          <p:nvPr/>
        </p:nvSpPr>
        <p:spPr>
          <a:xfrm rot="6837749">
            <a:off x="6471496" y="703931"/>
            <a:ext cx="35456" cy="15355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9"/>
          <p:cNvSpPr/>
          <p:nvPr/>
        </p:nvSpPr>
        <p:spPr>
          <a:xfrm rot="4972499">
            <a:off x="6303355" y="663433"/>
            <a:ext cx="36280" cy="21340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/>
          <p:nvPr/>
        </p:nvSpPr>
        <p:spPr>
          <a:xfrm rot="-10404005">
            <a:off x="6127380" y="693314"/>
            <a:ext cx="109627" cy="5946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9"/>
          <p:cNvSpPr/>
          <p:nvPr/>
        </p:nvSpPr>
        <p:spPr>
          <a:xfrm rot="-10404005">
            <a:off x="6114805" y="799714"/>
            <a:ext cx="109627" cy="5946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9"/>
          <p:cNvSpPr/>
          <p:nvPr/>
        </p:nvSpPr>
        <p:spPr>
          <a:xfrm rot="-10356837">
            <a:off x="6174036" y="736446"/>
            <a:ext cx="16336" cy="884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9"/>
          <p:cNvSpPr/>
          <p:nvPr/>
        </p:nvSpPr>
        <p:spPr>
          <a:xfrm rot="5400000">
            <a:off x="6688632" y="768837"/>
            <a:ext cx="36300" cy="213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9"/>
          <p:cNvSpPr/>
          <p:nvPr/>
        </p:nvSpPr>
        <p:spPr>
          <a:xfrm rot="-10404005">
            <a:off x="7764680" y="490239"/>
            <a:ext cx="109627" cy="5946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9"/>
          <p:cNvSpPr/>
          <p:nvPr/>
        </p:nvSpPr>
        <p:spPr>
          <a:xfrm rot="-10404005">
            <a:off x="7752105" y="596639"/>
            <a:ext cx="109627" cy="59467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9"/>
          <p:cNvSpPr/>
          <p:nvPr/>
        </p:nvSpPr>
        <p:spPr>
          <a:xfrm rot="-10356837">
            <a:off x="7811336" y="533371"/>
            <a:ext cx="16336" cy="884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9"/>
          <p:cNvSpPr/>
          <p:nvPr/>
        </p:nvSpPr>
        <p:spPr>
          <a:xfrm rot="5400000">
            <a:off x="8123482" y="778162"/>
            <a:ext cx="36300" cy="213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9"/>
          <p:cNvSpPr/>
          <p:nvPr/>
        </p:nvSpPr>
        <p:spPr>
          <a:xfrm rot="5400000">
            <a:off x="6688632" y="879562"/>
            <a:ext cx="36300" cy="213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>
            <a:spLocks noGrp="1"/>
          </p:cNvSpPr>
          <p:nvPr>
            <p:ph type="title"/>
          </p:nvPr>
        </p:nvSpPr>
        <p:spPr>
          <a:xfrm>
            <a:off x="375225" y="266634"/>
            <a:ext cx="7567500" cy="60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Pipeline (+lessons learned)</a:t>
            </a:r>
            <a:endParaRPr/>
          </a:p>
        </p:txBody>
      </p:sp>
      <p:grpSp>
        <p:nvGrpSpPr>
          <p:cNvPr id="186" name="Google Shape;186;p20"/>
          <p:cNvGrpSpPr/>
          <p:nvPr/>
        </p:nvGrpSpPr>
        <p:grpSpPr>
          <a:xfrm>
            <a:off x="5632317" y="1189775"/>
            <a:ext cx="3305700" cy="3483050"/>
            <a:chOff x="5632317" y="1189775"/>
            <a:chExt cx="3305700" cy="3483050"/>
          </a:xfrm>
        </p:grpSpPr>
        <p:sp>
          <p:nvSpPr>
            <p:cNvPr id="187" name="Google Shape;187;p20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Modelling</a:t>
              </a:r>
              <a:endParaRPr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latin typeface="Roboto"/>
                  <a:ea typeface="Roboto"/>
                  <a:cs typeface="Roboto"/>
                  <a:sym typeface="Roboto"/>
                </a:rPr>
                <a:t>BaggingClassifier</a:t>
              </a:r>
              <a:endParaRPr sz="1200" b="1"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SVC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Decision Tree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RandomForest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Limited computing power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Limited Data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(Boosting: prone to overfit the data)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0" y="1189989"/>
            <a:ext cx="3546900" cy="3482836"/>
            <a:chOff x="0" y="1189989"/>
            <a:chExt cx="3546900" cy="3482836"/>
          </a:xfrm>
        </p:grpSpPr>
        <p:sp>
          <p:nvSpPr>
            <p:cNvPr id="190" name="Google Shape;190;p20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name="adj" fmla="val 50000"/>
              </a:avLst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Preprocessing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407200" y="2057125"/>
              <a:ext cx="2829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latin typeface="Roboto"/>
                  <a:ea typeface="Roboto"/>
                  <a:cs typeface="Roboto"/>
                  <a:sym typeface="Roboto"/>
                </a:rPr>
                <a:t>Resample:</a:t>
              </a: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 250ms / 4 Hz (vs 20Hz)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Due to different sampling rate 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Interpolate with Polynomial function</a:t>
              </a: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Battery Drainage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latin typeface="Roboto"/>
                  <a:ea typeface="Roboto"/>
                  <a:cs typeface="Roboto"/>
                  <a:sym typeface="Roboto"/>
                </a:rPr>
                <a:t>Balancing: </a:t>
              </a: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92 samples / Exercise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Due to differences in the exercise duration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latin typeface="Roboto"/>
                  <a:ea typeface="Roboto"/>
                  <a:cs typeface="Roboto"/>
                  <a:sym typeface="Roboto"/>
                </a:rPr>
                <a:t>Time Span Labeling: </a:t>
              </a: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From annotated minute </a:t>
              </a:r>
              <a:r>
                <a:rPr lang="en" sz="1200" b="1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to exact second of exercise execution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152400" lvl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*</a:t>
              </a:r>
              <a:r>
                <a:rPr lang="en" sz="1000" dirty="0">
                  <a:latin typeface="Roboto"/>
                  <a:ea typeface="Roboto"/>
                  <a:cs typeface="Roboto"/>
                  <a:sym typeface="Roboto"/>
                </a:rPr>
                <a:t>Initially 1 second ahead of the actual exercise (not working with classic ML)</a:t>
              </a:r>
              <a:endParaRPr sz="10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2944204" y="1189775"/>
            <a:ext cx="3305700" cy="3483050"/>
            <a:chOff x="2944204" y="1189775"/>
            <a:chExt cx="3305700" cy="3483050"/>
          </a:xfrm>
        </p:grpSpPr>
        <p:sp>
          <p:nvSpPr>
            <p:cNvPr id="193" name="Google Shape;193;p20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Feature Engineering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latin typeface="Roboto"/>
                  <a:ea typeface="Roboto"/>
                  <a:cs typeface="Roboto"/>
                  <a:sym typeface="Roboto"/>
                </a:rPr>
                <a:t>5s Window, 2.5s shift:</a:t>
              </a:r>
              <a:endParaRPr sz="1200" b="1"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Mean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Std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FFT.Freq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Roboto"/>
                <a:buChar char="-"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Peaks &amp; Valleys</a:t>
              </a: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latin typeface="Roboto"/>
                  <a:ea typeface="Roboto"/>
                  <a:cs typeface="Roboto"/>
                  <a:sym typeface="Roboto"/>
                </a:rPr>
                <a:t>PCA Result with 3 components:</a:t>
              </a: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Initially Low variance ratio: &lt;51%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16 PCs to explain 90% of variance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Bagging Classifier (Ensemble Method)</a:t>
            </a:r>
            <a:endParaRPr dirty="0"/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E4C4ABF6-795A-7A40-7668-AFB94CFD00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6333697"/>
              </p:ext>
            </p:extLst>
          </p:nvPr>
        </p:nvGraphicFramePr>
        <p:xfrm>
          <a:off x="1524000" y="1158558"/>
          <a:ext cx="6016210" cy="3445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93.8%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2309050" cy="194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0750" y="1152475"/>
            <a:ext cx="2385201" cy="201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5225" y="1152475"/>
            <a:ext cx="3707076" cy="3130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75675" y="3271875"/>
            <a:ext cx="17811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0000"/>
                </a:solidFill>
              </a:rPr>
              <a:t>Score: 93.8%</a:t>
            </a: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2922800" y="3301225"/>
            <a:ext cx="17811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0000"/>
                </a:solidFill>
              </a:rPr>
              <a:t>Score: 93.8%</a:t>
            </a: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5959600" y="4320000"/>
            <a:ext cx="17811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0000"/>
                </a:solidFill>
              </a:rPr>
              <a:t>Score: 94.8%</a:t>
            </a: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1382C53-709D-6BAD-03FE-46828038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possible?</a:t>
            </a:r>
          </a:p>
        </p:txBody>
      </p:sp>
      <p:sp>
        <p:nvSpPr>
          <p:cNvPr id="200" name="Google Shape;200;p21"/>
          <p:cNvSpPr txBox="1"/>
          <p:nvPr/>
        </p:nvSpPr>
        <p:spPr>
          <a:xfrm>
            <a:off x="327150" y="3885126"/>
            <a:ext cx="45872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" sz="1600" dirty="0">
                <a:solidFill>
                  <a:schemeClr val="dk1"/>
                </a:solidFill>
              </a:rPr>
              <a:t>Data: 5 different non-similar exercises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" sz="1600" dirty="0">
                <a:solidFill>
                  <a:schemeClr val="dk1"/>
                </a:solidFill>
              </a:rPr>
              <a:t>No Scaling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" sz="1600" dirty="0">
                <a:solidFill>
                  <a:schemeClr val="dk1"/>
                </a:solidFill>
              </a:rPr>
              <a:t>Input Vectors: Raw Features (mean,std)</a:t>
            </a: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" sz="1600" dirty="0">
                <a:solidFill>
                  <a:schemeClr val="dk1"/>
                </a:solidFill>
              </a:rPr>
              <a:t>Window 5s, Shift 5s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Random Forest best in Baseline (with all classes ~23)</a:t>
            </a:r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1"/>
          </p:nvPr>
        </p:nvSpPr>
        <p:spPr>
          <a:xfrm>
            <a:off x="4348125" y="1152475"/>
            <a:ext cx="44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precision    recall  f1-score     support</a:t>
            </a:r>
            <a:endParaRPr sz="950" dirty="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accuracy       0.889381  0.889381  0.889381    0.889381</a:t>
            </a:r>
            <a:endParaRPr sz="950" dirty="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macro avg      0.917359  0.840670  0.857841  226.000000</a:t>
            </a:r>
            <a:endParaRPr sz="950" dirty="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50" dirty="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weighted avg   0.906172  0.889381  0.883704  226.000000</a:t>
            </a:r>
            <a:endParaRPr sz="950" dirty="0"/>
          </a:p>
        </p:txBody>
      </p:sp>
      <p:pic>
        <p:nvPicPr>
          <p:cNvPr id="272" name="Google Shape;2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043325" cy="37628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54FEE881-DDD0-BEBE-1FF9-BD131DBA204C}"/>
              </a:ext>
            </a:extLst>
          </p:cNvPr>
          <p:cNvSpPr/>
          <p:nvPr/>
        </p:nvSpPr>
        <p:spPr>
          <a:xfrm>
            <a:off x="5505550" y="1484105"/>
            <a:ext cx="646303" cy="287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Google Shape;201;p21"/>
          <p:cNvSpPr txBox="1"/>
          <p:nvPr/>
        </p:nvSpPr>
        <p:spPr>
          <a:xfrm>
            <a:off x="4348125" y="3051556"/>
            <a:ext cx="4714489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" sz="2000" dirty="0">
                <a:solidFill>
                  <a:schemeClr val="dk1"/>
                </a:solidFill>
              </a:rPr>
              <a:t>All 26 exercises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000" dirty="0">
                <a:solidFill>
                  <a:schemeClr val="dk1"/>
                </a:solidFill>
              </a:rPr>
              <a:t>PC Space</a:t>
            </a:r>
            <a:endParaRPr lang="en" sz="20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" sz="2000" dirty="0">
                <a:solidFill>
                  <a:schemeClr val="dk1"/>
                </a:solidFill>
              </a:rPr>
              <a:t>Downsampling of Majority Classes</a:t>
            </a:r>
            <a:endParaRPr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5682600" y="445025"/>
            <a:ext cx="31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Insights</a:t>
            </a:r>
            <a:endParaRPr dirty="0"/>
          </a:p>
        </p:txBody>
      </p:sp>
      <p:sp>
        <p:nvSpPr>
          <p:cNvPr id="278" name="Google Shape;278;p30"/>
          <p:cNvSpPr txBox="1">
            <a:spLocks noGrp="1"/>
          </p:cNvSpPr>
          <p:nvPr>
            <p:ph type="body" idx="1"/>
          </p:nvPr>
        </p:nvSpPr>
        <p:spPr>
          <a:xfrm>
            <a:off x="5682700" y="1152475"/>
            <a:ext cx="314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While numerous exercises exhibit </a:t>
            </a:r>
            <a:r>
              <a:rPr lang="en" b="1" dirty="0"/>
              <a:t>comparable movement patterns</a:t>
            </a:r>
            <a:r>
              <a:rPr lang="en" dirty="0"/>
              <a:t>, the features derived from the precise smartwatch data provided sufficient variation to distinguish between them. Additionally, exercises that were initially considered difficult to identify, due to </a:t>
            </a:r>
            <a:r>
              <a:rPr lang="en" b="1" dirty="0"/>
              <a:t>near stationary hand positions </a:t>
            </a:r>
            <a:r>
              <a:rPr lang="en" dirty="0"/>
              <a:t>and therefore prone to be masked by noises, such as the dragonfly, dips and pull-up, were successfully classified with </a:t>
            </a:r>
            <a:r>
              <a:rPr lang="en" b="1" dirty="0"/>
              <a:t>modern highly sensitive IMUs</a:t>
            </a:r>
            <a:r>
              <a:rPr lang="en" dirty="0"/>
              <a:t>. As for other exercises, the most distinguishing variable was the </a:t>
            </a:r>
            <a:r>
              <a:rPr lang="en" b="1" dirty="0"/>
              <a:t>watch orientation</a:t>
            </a:r>
            <a:r>
              <a:rPr lang="en" dirty="0"/>
              <a:t>.</a:t>
            </a:r>
            <a:endParaRPr dirty="0"/>
          </a:p>
        </p:txBody>
      </p:sp>
      <p:pic>
        <p:nvPicPr>
          <p:cNvPr id="279" name="Google Shape;2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0"/>
            <a:ext cx="560592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r>
              <a:rPr lang="en" baseline="30000" dirty="0"/>
              <a:t>rd</a:t>
            </a:r>
            <a:r>
              <a:rPr lang="en" dirty="0"/>
              <a:t> Iteration + engineered Features (mean peaks &amp; valleys)</a:t>
            </a:r>
            <a:endParaRPr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B57E2D5-0AE2-3B6A-C085-2F2BF29EA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09" y="1017725"/>
            <a:ext cx="7544169" cy="38845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629F12-060C-9A32-7619-85A7361B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PCA .9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54BBFF4-940A-D895-D6AB-D736E001C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8925"/>
            <a:ext cx="9144000" cy="322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50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5C13310-1792-E5F9-53D3-0D0487E2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SVM is the chosen model</a:t>
            </a:r>
          </a:p>
        </p:txBody>
      </p:sp>
      <p:sp>
        <p:nvSpPr>
          <p:cNvPr id="10" name="Google Shape;201;p21">
            <a:extLst>
              <a:ext uri="{FF2B5EF4-FFF2-40B4-BE49-F238E27FC236}">
                <a16:creationId xmlns:a16="http://schemas.microsoft.com/office/drawing/2014/main" id="{55246D45-2805-614D-61E1-CC161DF35856}"/>
              </a:ext>
            </a:extLst>
          </p:cNvPr>
          <p:cNvSpPr txBox="1"/>
          <p:nvPr/>
        </p:nvSpPr>
        <p:spPr>
          <a:xfrm>
            <a:off x="6510911" y="984213"/>
            <a:ext cx="2590002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" sz="2000" dirty="0">
                <a:solidFill>
                  <a:schemeClr val="dk1"/>
                </a:solidFill>
              </a:rPr>
              <a:t>All 26 exercises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000" dirty="0">
                <a:solidFill>
                  <a:schemeClr val="dk1"/>
                </a:solidFill>
              </a:rPr>
              <a:t>Feature Space</a:t>
            </a:r>
            <a:endParaRPr lang="en" sz="20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" sz="2000" dirty="0">
                <a:solidFill>
                  <a:schemeClr val="dk1"/>
                </a:solidFill>
              </a:rPr>
              <a:t>Stratify</a:t>
            </a: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" sz="2000" dirty="0">
                <a:solidFill>
                  <a:schemeClr val="dk1"/>
                </a:solidFill>
              </a:rPr>
              <a:t>5s Window, 2.5s Shift</a:t>
            </a: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9E8635F5-1735-4AD4-91FC-2F735E185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10" y="928688"/>
            <a:ext cx="2064740" cy="408146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96F4FC19-3864-1A69-F73C-90946BB49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606" y="1017725"/>
            <a:ext cx="3988218" cy="364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420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32E101-3A87-BEBD-1CC2-121057F7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 Validation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F89931-4CE8-B1E1-B145-DCFD9982C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GridSearch</a:t>
            </a:r>
            <a:r>
              <a:rPr lang="en-US" dirty="0"/>
              <a:t> to find the best SVC Hyperparameters</a:t>
            </a:r>
          </a:p>
          <a:p>
            <a:pPr lvl="1"/>
            <a:r>
              <a:rPr lang="en-US" dirty="0"/>
              <a:t>Optimize for Score Metric: Precision</a:t>
            </a:r>
          </a:p>
          <a:p>
            <a:pPr lvl="1"/>
            <a:r>
              <a:rPr lang="en-US" dirty="0"/>
              <a:t>Fixed: class weights=“balanced”</a:t>
            </a:r>
          </a:p>
          <a:p>
            <a:pPr lvl="1"/>
            <a:r>
              <a:rPr lang="en-US" dirty="0"/>
              <a:t>Search: Kernel, C, Gamma</a:t>
            </a:r>
          </a:p>
          <a:p>
            <a:pPr lvl="1"/>
            <a:endParaRPr lang="en-US" dirty="0"/>
          </a:p>
          <a:p>
            <a:r>
              <a:rPr lang="en-US" dirty="0"/>
              <a:t>Twist and turns with PCA</a:t>
            </a:r>
            <a:endParaRPr lang="en-US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dirty="0"/>
              <a:t>Feature Space Accuracy Score: </a:t>
            </a:r>
            <a:r>
              <a:rPr lang="en-US" dirty="0">
                <a:solidFill>
                  <a:srgbClr val="FF0000"/>
                </a:solidFill>
              </a:rPr>
              <a:t>0.96 </a:t>
            </a:r>
          </a:p>
          <a:p>
            <a:pPr lvl="1"/>
            <a:r>
              <a:rPr lang="en-US" dirty="0"/>
              <a:t>Principal Component Space Accuracy Score: </a:t>
            </a:r>
            <a:r>
              <a:rPr lang="en-US" dirty="0">
                <a:solidFill>
                  <a:srgbClr val="FF0000"/>
                </a:solidFill>
              </a:rPr>
              <a:t>0.95</a:t>
            </a:r>
          </a:p>
        </p:txBody>
      </p:sp>
    </p:spTree>
    <p:extLst>
      <p:ext uri="{BB962C8B-B14F-4D97-AF65-F5344CB8AC3E}">
        <p14:creationId xmlns:p14="http://schemas.microsoft.com/office/powerpoint/2010/main" val="2427360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42BEB-46D7-6C58-3C2D-624D6522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Final Model Result</a:t>
            </a:r>
          </a:p>
        </p:txBody>
      </p:sp>
      <p:sp>
        <p:nvSpPr>
          <p:cNvPr id="6" name="Google Shape;201;p21">
            <a:extLst>
              <a:ext uri="{FF2B5EF4-FFF2-40B4-BE49-F238E27FC236}">
                <a16:creationId xmlns:a16="http://schemas.microsoft.com/office/drawing/2014/main" id="{26838390-9802-4945-D28C-F25568CCD957}"/>
              </a:ext>
            </a:extLst>
          </p:cNvPr>
          <p:cNvSpPr txBox="1"/>
          <p:nvPr/>
        </p:nvSpPr>
        <p:spPr>
          <a:xfrm>
            <a:off x="4749135" y="984213"/>
            <a:ext cx="4351778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US" sz="2000" dirty="0"/>
              <a:t>Best parameters (with  96% precision weighted by support): </a:t>
            </a:r>
          </a:p>
          <a:p>
            <a:pPr lvl="1"/>
            <a:r>
              <a:rPr lang="en-US" sz="2000" dirty="0"/>
              <a:t>Kernel=RBF, C=80, Gamma=0.001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 err="1"/>
              <a:t>GridSearchCV</a:t>
            </a:r>
            <a:r>
              <a:rPr lang="en-US" sz="2000" dirty="0"/>
              <a:t>: our Hero!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6A5F8BB-A174-3E8B-7370-78BD70EB0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017725"/>
            <a:ext cx="3541288" cy="3295650"/>
          </a:xfrm>
          <a:prstGeom prst="rect">
            <a:avLst/>
          </a:prstGeom>
        </p:spPr>
      </p:pic>
      <p:pic>
        <p:nvPicPr>
          <p:cNvPr id="4" name="Grafik 3" descr="Muskulöser Arm mit einfarbiger Füllung">
            <a:extLst>
              <a:ext uri="{FF2B5EF4-FFF2-40B4-BE49-F238E27FC236}">
                <a16:creationId xmlns:a16="http://schemas.microsoft.com/office/drawing/2014/main" id="{A7EC2D19-6341-C893-95D6-7A422345C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6675" y="20383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1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D0E50-08F8-3B04-5F56-F04487BA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Overfitted / Sample Size Issues….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2EE51A-B31D-9AAA-E4C1-ED61BBECD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Mean of 5 Test Holdout x 10 Folded Train Data CV scores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precision weighted train: 1.00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precision weighted test: 0.89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659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EC7461-33BF-1894-5CD5-22AB91DF4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ROC AUC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616ABE00-319F-C02B-D826-3EF262296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481018"/>
            <a:ext cx="8520600" cy="647972"/>
          </a:xfrm>
        </p:spPr>
        <p:txBody>
          <a:bodyPr/>
          <a:lstStyle/>
          <a:p>
            <a:r>
              <a:rPr lang="en-US" dirty="0"/>
              <a:t>Lessons learned: </a:t>
            </a:r>
            <a:r>
              <a:rPr lang="en-US" dirty="0" err="1"/>
              <a:t>OneVsRest</a:t>
            </a:r>
            <a:r>
              <a:rPr lang="en-US" dirty="0"/>
              <a:t> doesn’t work with SVC Kernel=RBF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9C2A1C5-EF07-9C04-10A7-AC7AFDFA8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940"/>
            <a:ext cx="6146464" cy="216552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2CAB54F-8D41-8C83-EEDA-1AEE86703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763" y="1014510"/>
            <a:ext cx="2731537" cy="215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6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D1C88-881C-78A5-3C24-C24BC6A7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kappa score 0.96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E1AB07C-96F8-B099-243C-E4DF23788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981075"/>
            <a:ext cx="4365005" cy="34247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E7C96EB-1C69-8813-30DD-B5028CCB1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289" y="881579"/>
            <a:ext cx="2892097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20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12EDE92-FBAE-E4CF-E1A6-E585286D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C67920-2B51-A161-2F08-2DFEC9CBC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accent1"/>
                </a:solidFill>
              </a:rPr>
              <a:t>https://journals.sagepub.com/doi/pdf/10.1177/0020294018813692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98458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829</Words>
  <Application>Microsoft Office PowerPoint</Application>
  <PresentationFormat>Bildschirmpräsentation (16:9)</PresentationFormat>
  <Paragraphs>149</Paragraphs>
  <Slides>20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6" baseType="lpstr">
      <vt:lpstr>Courier New</vt:lpstr>
      <vt:lpstr>Arial</vt:lpstr>
      <vt:lpstr>Consolas</vt:lpstr>
      <vt:lpstr>Roboto</vt:lpstr>
      <vt:lpstr>Open Sans</vt:lpstr>
      <vt:lpstr>Simple Light</vt:lpstr>
      <vt:lpstr>Exercise Classification using Smart Watch Data and supervised Learning</vt:lpstr>
      <vt:lpstr>Idea canvas – Complete MLOps canvas</vt:lpstr>
      <vt:lpstr>Dataflow</vt:lpstr>
      <vt:lpstr>EDA</vt:lpstr>
      <vt:lpstr>EDA example: Crossover dumbbell raise</vt:lpstr>
      <vt:lpstr>EDA Example: Bench pullover </vt:lpstr>
      <vt:lpstr>ML Pipeline (+lessons learned)</vt:lpstr>
      <vt:lpstr>Bagging Classifier (Ensemble Method)</vt:lpstr>
      <vt:lpstr>Is this possible?</vt:lpstr>
      <vt:lpstr>Random Forest best in Baseline (with all classes ~23)</vt:lpstr>
      <vt:lpstr>Insights</vt:lpstr>
      <vt:lpstr>3rd Iteration + engineered Features (mean peaks &amp; valleys)</vt:lpstr>
      <vt:lpstr>PCA .9</vt:lpstr>
      <vt:lpstr>SVM is the chosen model</vt:lpstr>
      <vt:lpstr>Cross Validation</vt:lpstr>
      <vt:lpstr>Final Model Result</vt:lpstr>
      <vt:lpstr>Overfitted / Sample Size Issues….</vt:lpstr>
      <vt:lpstr>ROC AUC</vt:lpstr>
      <vt:lpstr>kappa score 0.96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Pascal Luc</dc:creator>
  <cp:lastModifiedBy>Pascal Luc</cp:lastModifiedBy>
  <cp:revision>16</cp:revision>
  <dcterms:modified xsi:type="dcterms:W3CDTF">2026-01-29T08:03:20Z</dcterms:modified>
</cp:coreProperties>
</file>